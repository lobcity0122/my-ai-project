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handoutMasterIdLst>
    <p:handoutMasterId r:id="rId9"/>
  </p:handoutMasterIdLst>
  <p:sldIdLst>
    <p:sldId id="272" r:id="rId2"/>
    <p:sldId id="273" r:id="rId3"/>
    <p:sldId id="287" r:id="rId4"/>
    <p:sldId id="292" r:id="rId5"/>
    <p:sldId id="293" r:id="rId6"/>
    <p:sldId id="276" r:id="rId7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75270" autoAdjust="0"/>
  </p:normalViewPr>
  <p:slideViewPr>
    <p:cSldViewPr snapToGrid="0">
      <p:cViewPr varScale="1">
        <p:scale>
          <a:sx n="58" d="100"/>
          <a:sy n="58" d="100"/>
        </p:scale>
        <p:origin x="11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2021年5月26日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2021年5月26日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8749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0741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45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2021年5月26日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2021年5月26日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2021年5月26日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 dirty="0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UNIT06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テクスチャ</a:t>
            </a:r>
            <a:r>
              <a:rPr lang="ja-JP" altLang="en-US" dirty="0" smtClean="0"/>
              <a:t>空間とテクセル空間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0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テクスチャ</a:t>
            </a:r>
            <a:r>
              <a:rPr lang="ja-JP" altLang="en-US" dirty="0"/>
              <a:t>空間</a:t>
            </a:r>
            <a:r>
              <a:rPr lang="ja-JP" altLang="en-US" dirty="0" smtClean="0"/>
              <a:t>→テクセル空間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37282" y="2533880"/>
            <a:ext cx="4516916" cy="31177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37282" y="2164548"/>
            <a:ext cx="73813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32383" y="2164548"/>
            <a:ext cx="102181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0]</a:t>
            </a:r>
            <a:endParaRPr kumimoji="1" lang="ja-JP" altLang="en-US" dirty="0" err="1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87706" y="5651653"/>
            <a:ext cx="115126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1080]</a:t>
            </a:r>
            <a:endParaRPr kumimoji="1" lang="ja-JP" altLang="en-US" dirty="0" err="1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83056" y="5651653"/>
            <a:ext cx="137114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[1920, 1080]</a:t>
            </a:r>
            <a:endParaRPr kumimoji="1" lang="ja-JP" altLang="en-US" dirty="0" err="1" smtClean="0"/>
          </a:p>
        </p:txBody>
      </p:sp>
      <p:sp>
        <p:nvSpPr>
          <p:cNvPr id="9" name="楕円 8"/>
          <p:cNvSpPr/>
          <p:nvPr/>
        </p:nvSpPr>
        <p:spPr>
          <a:xfrm>
            <a:off x="754655" y="2470666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178627" y="2533880"/>
            <a:ext cx="4516916" cy="31177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178627" y="2164548"/>
            <a:ext cx="8244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0002399" y="2189202"/>
            <a:ext cx="69314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[1, 0]</a:t>
            </a:r>
            <a:endParaRPr kumimoji="1" lang="ja-JP" altLang="en-US" dirty="0" err="1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129051" y="5651652"/>
            <a:ext cx="874004" cy="38034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1]</a:t>
            </a:r>
            <a:endParaRPr kumimoji="1" lang="ja-JP" altLang="en-US" dirty="0" err="1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0002399" y="5662670"/>
            <a:ext cx="69314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[1, 1]</a:t>
            </a:r>
            <a:endParaRPr kumimoji="1" lang="ja-JP" altLang="en-US" dirty="0" err="1" smtClean="0"/>
          </a:p>
        </p:txBody>
      </p:sp>
      <p:cxnSp>
        <p:nvCxnSpPr>
          <p:cNvPr id="17" name="直線コネクタ 16"/>
          <p:cNvCxnSpPr>
            <a:stCxn id="10" idx="1"/>
            <a:endCxn id="10" idx="3"/>
          </p:cNvCxnSpPr>
          <p:nvPr/>
        </p:nvCxnSpPr>
        <p:spPr>
          <a:xfrm>
            <a:off x="6178627" y="4092767"/>
            <a:ext cx="4516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10" idx="0"/>
            <a:endCxn id="10" idx="2"/>
          </p:cNvCxnSpPr>
          <p:nvPr/>
        </p:nvCxnSpPr>
        <p:spPr>
          <a:xfrm>
            <a:off x="8437085" y="2533880"/>
            <a:ext cx="0" cy="3117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/>
          <p:cNvSpPr/>
          <p:nvPr/>
        </p:nvSpPr>
        <p:spPr>
          <a:xfrm>
            <a:off x="6103065" y="2444651"/>
            <a:ext cx="165253" cy="165253"/>
          </a:xfrm>
          <a:prstGeom prst="ellipse">
            <a:avLst/>
          </a:prstGeom>
          <a:solidFill>
            <a:srgbClr val="FF0000"/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8477939" y="4150738"/>
            <a:ext cx="8244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[0, 0]</a:t>
            </a:r>
            <a:endParaRPr kumimoji="1" lang="ja-JP" altLang="en-US" dirty="0" err="1" smtClean="0"/>
          </a:p>
        </p:txBody>
      </p:sp>
      <p:sp>
        <p:nvSpPr>
          <p:cNvPr id="21" name="右矢印 20"/>
          <p:cNvSpPr/>
          <p:nvPr/>
        </p:nvSpPr>
        <p:spPr>
          <a:xfrm>
            <a:off x="5520828" y="3740225"/>
            <a:ext cx="543499" cy="70508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/>
          <p:cNvCxnSpPr>
            <a:stCxn id="4" idx="1"/>
            <a:endCxn id="4" idx="3"/>
          </p:cNvCxnSpPr>
          <p:nvPr/>
        </p:nvCxnSpPr>
        <p:spPr>
          <a:xfrm>
            <a:off x="837282" y="4092767"/>
            <a:ext cx="4516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stCxn id="4" idx="0"/>
            <a:endCxn id="4" idx="2"/>
          </p:cNvCxnSpPr>
          <p:nvPr/>
        </p:nvCxnSpPr>
        <p:spPr>
          <a:xfrm>
            <a:off x="3095740" y="2533880"/>
            <a:ext cx="0" cy="3117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楕円 28"/>
          <p:cNvSpPr/>
          <p:nvPr/>
        </p:nvSpPr>
        <p:spPr>
          <a:xfrm>
            <a:off x="2989702" y="3193900"/>
            <a:ext cx="212075" cy="212075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127183" y="3411750"/>
            <a:ext cx="123136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[960, 270]</a:t>
            </a:r>
            <a:endParaRPr kumimoji="1" lang="ja-JP" altLang="en-US" dirty="0" err="1" smtClean="0"/>
          </a:p>
        </p:txBody>
      </p:sp>
      <p:sp>
        <p:nvSpPr>
          <p:cNvPr id="31" name="楕円 30"/>
          <p:cNvSpPr/>
          <p:nvPr/>
        </p:nvSpPr>
        <p:spPr>
          <a:xfrm>
            <a:off x="8331046" y="3193899"/>
            <a:ext cx="212075" cy="212075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8551386" y="3411750"/>
            <a:ext cx="123136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[</a:t>
            </a:r>
            <a:r>
              <a:rPr kumimoji="1" lang="ja-JP" altLang="en-US" dirty="0" smtClean="0"/>
              <a:t>？</a:t>
            </a:r>
            <a:r>
              <a:rPr kumimoji="1" lang="en-US" altLang="ja-JP" dirty="0" smtClean="0"/>
              <a:t>, </a:t>
            </a:r>
            <a:r>
              <a:rPr kumimoji="1" lang="ja-JP" altLang="en-US" dirty="0" smtClean="0"/>
              <a:t>？</a:t>
            </a:r>
            <a:r>
              <a:rPr kumimoji="1" lang="en-US" altLang="ja-JP" dirty="0" smtClean="0"/>
              <a:t>]</a:t>
            </a:r>
            <a:endParaRPr kumimoji="1" lang="ja-JP" alt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89427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切り出したい場所を切り抜いて表示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84792"/>
            <a:ext cx="7094220" cy="4343400"/>
          </a:xfrm>
        </p:spPr>
      </p:pic>
      <p:sp>
        <p:nvSpPr>
          <p:cNvPr id="9" name="正方形/長方形 8"/>
          <p:cNvSpPr/>
          <p:nvPr/>
        </p:nvSpPr>
        <p:spPr>
          <a:xfrm>
            <a:off x="609600" y="2084792"/>
            <a:ext cx="521329" cy="8579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09600" y="2084792"/>
            <a:ext cx="7094220" cy="434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261" y="2795329"/>
            <a:ext cx="1950550" cy="3505718"/>
          </a:xfrm>
          <a:prstGeom prst="rect">
            <a:avLst/>
          </a:prstGeom>
        </p:spPr>
      </p:pic>
      <p:sp>
        <p:nvSpPr>
          <p:cNvPr id="13" name="正方形/長方形 12"/>
          <p:cNvSpPr/>
          <p:nvPr/>
        </p:nvSpPr>
        <p:spPr>
          <a:xfrm>
            <a:off x="8636261" y="2721507"/>
            <a:ext cx="1950550" cy="357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4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実習内容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テクスチャの指定した領域をスプライトに張り付ける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456</TotalTime>
  <Words>98</Words>
  <Application>Microsoft Office PowerPoint</Application>
  <PresentationFormat>ワイド画面</PresentationFormat>
  <Paragraphs>26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</vt:lpstr>
      <vt:lpstr>テクスチャ空間→テクセル空間</vt:lpstr>
      <vt:lpstr>切り出したい場所を切り抜いて表示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47</cp:revision>
  <dcterms:created xsi:type="dcterms:W3CDTF">2019-03-17T05:51:21Z</dcterms:created>
  <dcterms:modified xsi:type="dcterms:W3CDTF">2021-05-26T00:14:00Z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