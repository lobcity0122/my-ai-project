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6"/>
  </p:notesMasterIdLst>
  <p:handoutMasterIdLst>
    <p:handoutMasterId r:id="rId17"/>
  </p:handoutMasterIdLst>
  <p:sldIdLst>
    <p:sldId id="272" r:id="rId2"/>
    <p:sldId id="273" r:id="rId3"/>
    <p:sldId id="289" r:id="rId4"/>
    <p:sldId id="284" r:id="rId5"/>
    <p:sldId id="290" r:id="rId6"/>
    <p:sldId id="291" r:id="rId7"/>
    <p:sldId id="292" r:id="rId8"/>
    <p:sldId id="281" r:id="rId9"/>
    <p:sldId id="282" r:id="rId10"/>
    <p:sldId id="285" r:id="rId11"/>
    <p:sldId id="288" r:id="rId12"/>
    <p:sldId id="287" r:id="rId13"/>
    <p:sldId id="286" r:id="rId14"/>
    <p:sldId id="283" r:id="rId15"/>
  </p:sldIdLst>
  <p:sldSz cx="12192000" cy="6858000"/>
  <p:notesSz cx="6858000" cy="9144000"/>
  <p:defaultTextStyle>
    <a:defPPr rtl="0">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799B23B-EC83-4686-B30A-512413B5E67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8" autoAdjust="0"/>
    <p:restoredTop sz="75270" autoAdjust="0"/>
  </p:normalViewPr>
  <p:slideViewPr>
    <p:cSldViewPr snapToGrid="0">
      <p:cViewPr varScale="1">
        <p:scale>
          <a:sx n="58" d="100"/>
          <a:sy n="58" d="100"/>
        </p:scale>
        <p:origin x="1188" y="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9" d="100"/>
          <a:sy n="89" d="100"/>
        </p:scale>
        <p:origin x="3148"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dirty="0">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4DA88A-700E-4959-AD05-3C421866BDC6}" type="datetime4">
              <a:rPr kumimoji="1" lang="ja-JP" altLang="en-US" smtClean="0">
                <a:latin typeface="Meiryo UI" panose="020B0604030504040204" pitchFamily="50" charset="-128"/>
                <a:ea typeface="Meiryo UI" panose="020B0604030504040204" pitchFamily="50" charset="-128"/>
              </a:rPr>
              <a:t>2021年3月4日</a:t>
            </a:fld>
            <a:endParaRPr kumimoji="1" lang="ja-JP" altLang="en-US" dirty="0">
              <a:latin typeface="Meiryo UI" panose="020B0604030504040204" pitchFamily="50" charset="-128"/>
              <a:ea typeface="Meiryo UI" panose="020B0604030504040204" pitchFamily="50" charset="-128"/>
            </a:endParaRPr>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dirty="0">
              <a:latin typeface="Meiryo UI" panose="020B0604030504040204" pitchFamily="50" charset="-128"/>
              <a:ea typeface="Meiryo UI" panose="020B0604030504040204" pitchFamily="50" charset="-128"/>
            </a:endParaRPr>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09A4F4-89FA-4551-A9F4-ECDBD52C06D6}" type="slidenum">
              <a:rPr kumimoji="1" lang="en-US" altLang="ja-JP" smtClean="0">
                <a:latin typeface="Meiryo UI" panose="020B0604030504040204" pitchFamily="50" charset="-128"/>
                <a:ea typeface="Meiryo UI" panose="020B0604030504040204" pitchFamily="50" charset="-128"/>
              </a:rPr>
              <a:t>‹#›</a:t>
            </a:fld>
            <a:endParaRPr kumimoji="1"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5248109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eiryo UI" panose="020B0604030504040204" pitchFamily="50" charset="-128"/>
                <a:ea typeface="Meiryo UI" panose="020B0604030504040204" pitchFamily="50" charset="-128"/>
              </a:defRPr>
            </a:lvl1pPr>
          </a:lstStyle>
          <a:p>
            <a:endParaRPr lang="ja-JP" altLang="en-US" dirty="0"/>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eiryo UI" panose="020B0604030504040204" pitchFamily="50" charset="-128"/>
                <a:ea typeface="Meiryo UI" panose="020B0604030504040204" pitchFamily="50" charset="-128"/>
              </a:defRPr>
            </a:lvl1pPr>
          </a:lstStyle>
          <a:p>
            <a:fld id="{EECA54F6-A409-4052-BA8C-D33E3AF8AD29}" type="datetime4">
              <a:rPr lang="ja-JP" altLang="en-US" smtClean="0"/>
              <a:pPr/>
              <a:t>2021年3月4日</a:t>
            </a:fld>
            <a:endParaRPr lang="ja-JP" altLang="en-US" dirty="0"/>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ja-JP" altLang="en-US" noProof="0" dirty="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eiryo UI" panose="020B0604030504040204" pitchFamily="50" charset="-128"/>
                <a:ea typeface="Meiryo UI" panose="020B0604030504040204" pitchFamily="50" charset="-128"/>
              </a:defRPr>
            </a:lvl1pPr>
          </a:lstStyle>
          <a:p>
            <a:endParaRPr lang="ja-JP" altLang="en-US" dirty="0"/>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eiryo UI" panose="020B0604030504040204" pitchFamily="50" charset="-128"/>
                <a:ea typeface="Meiryo UI" panose="020B0604030504040204" pitchFamily="50" charset="-128"/>
              </a:defRPr>
            </a:lvl1pPr>
          </a:lstStyle>
          <a:p>
            <a:fld id="{893B0CF2-7F87-4E02-A248-870047730F99}" type="slidenum">
              <a:rPr lang="en-US" altLang="ja-JP" smtClean="0"/>
              <a:pPr/>
              <a:t>‹#›</a:t>
            </a:fld>
            <a:endParaRPr lang="ja-JP" altLang="en-US" dirty="0"/>
          </a:p>
        </p:txBody>
      </p:sp>
    </p:spTree>
    <p:extLst>
      <p:ext uri="{BB962C8B-B14F-4D97-AF65-F5344CB8AC3E}">
        <p14:creationId xmlns:p14="http://schemas.microsoft.com/office/powerpoint/2010/main" val="3614981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2pPr>
    <a:lvl3pPr marL="9144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3pPr>
    <a:lvl4pPr marL="13716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4pPr>
    <a:lvl5pPr marL="18288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dirty="0">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10"/>
          </p:nvPr>
        </p:nvSpPr>
        <p:spPr/>
        <p:txBody>
          <a:bodyPr rtlCol="0"/>
          <a:lstStyle/>
          <a:p>
            <a:pPr rtl="0"/>
            <a:fld id="{893B0CF2-7F87-4E02-A248-870047730F99}" type="slidenum">
              <a:rPr lang="en-US" altLang="ja-JP" smtClean="0">
                <a:latin typeface="Meiryo UI" panose="020B0604030504040204" pitchFamily="50" charset="-128"/>
                <a:ea typeface="Meiryo UI" panose="020B0604030504040204" pitchFamily="50" charset="-128"/>
              </a:rPr>
              <a:t>1</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495133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2</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66351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893B0CF2-7F87-4E02-A248-870047730F99}" type="slidenum">
              <a:rPr lang="en-US" altLang="ja-JP" smtClean="0"/>
              <a:pPr/>
              <a:t>3</a:t>
            </a:fld>
            <a:endParaRPr lang="ja-JP" altLang="en-US" dirty="0"/>
          </a:p>
        </p:txBody>
      </p:sp>
    </p:spTree>
    <p:extLst>
      <p:ext uri="{BB962C8B-B14F-4D97-AF65-F5344CB8AC3E}">
        <p14:creationId xmlns:p14="http://schemas.microsoft.com/office/powerpoint/2010/main" val="621181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893B0CF2-7F87-4E02-A248-870047730F99}" type="slidenum">
              <a:rPr lang="en-US" altLang="ja-JP" smtClean="0"/>
              <a:pPr/>
              <a:t>4</a:t>
            </a:fld>
            <a:endParaRPr lang="ja-JP" altLang="en-US" dirty="0"/>
          </a:p>
        </p:txBody>
      </p:sp>
    </p:spTree>
    <p:extLst>
      <p:ext uri="{BB962C8B-B14F-4D97-AF65-F5344CB8AC3E}">
        <p14:creationId xmlns:p14="http://schemas.microsoft.com/office/powerpoint/2010/main" val="2307315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893B0CF2-7F87-4E02-A248-870047730F99}" type="slidenum">
              <a:rPr lang="en-US" altLang="ja-JP" smtClean="0"/>
              <a:pPr/>
              <a:t>5</a:t>
            </a:fld>
            <a:endParaRPr lang="ja-JP" altLang="en-US" dirty="0"/>
          </a:p>
        </p:txBody>
      </p:sp>
    </p:spTree>
    <p:extLst>
      <p:ext uri="{BB962C8B-B14F-4D97-AF65-F5344CB8AC3E}">
        <p14:creationId xmlns:p14="http://schemas.microsoft.com/office/powerpoint/2010/main" val="16035012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893B0CF2-7F87-4E02-A248-870047730F99}" type="slidenum">
              <a:rPr lang="en-US" altLang="ja-JP" smtClean="0"/>
              <a:pPr/>
              <a:t>6</a:t>
            </a:fld>
            <a:endParaRPr lang="ja-JP" altLang="en-US" dirty="0"/>
          </a:p>
        </p:txBody>
      </p:sp>
    </p:spTree>
    <p:extLst>
      <p:ext uri="{BB962C8B-B14F-4D97-AF65-F5344CB8AC3E}">
        <p14:creationId xmlns:p14="http://schemas.microsoft.com/office/powerpoint/2010/main" val="1758970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893B0CF2-7F87-4E02-A248-870047730F99}" type="slidenum">
              <a:rPr lang="en-US" altLang="ja-JP" smtClean="0"/>
              <a:pPr/>
              <a:t>7</a:t>
            </a:fld>
            <a:endParaRPr lang="ja-JP" altLang="en-US" dirty="0"/>
          </a:p>
        </p:txBody>
      </p:sp>
    </p:spTree>
    <p:extLst>
      <p:ext uri="{BB962C8B-B14F-4D97-AF65-F5344CB8AC3E}">
        <p14:creationId xmlns:p14="http://schemas.microsoft.com/office/powerpoint/2010/main" val="2545499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smtClean="0"/>
          </a:p>
        </p:txBody>
      </p:sp>
      <p:sp>
        <p:nvSpPr>
          <p:cNvPr id="4" name="スライド番号プレースホルダー 3"/>
          <p:cNvSpPr>
            <a:spLocks noGrp="1"/>
          </p:cNvSpPr>
          <p:nvPr>
            <p:ph type="sldNum" sz="quarter" idx="10"/>
          </p:nvPr>
        </p:nvSpPr>
        <p:spPr/>
        <p:txBody>
          <a:bodyPr/>
          <a:lstStyle/>
          <a:p>
            <a:fld id="{893B0CF2-7F87-4E02-A248-870047730F99}" type="slidenum">
              <a:rPr lang="en-US" altLang="ja-JP" smtClean="0"/>
              <a:pPr/>
              <a:t>12</a:t>
            </a:fld>
            <a:endParaRPr lang="ja-JP" altLang="en-US" dirty="0"/>
          </a:p>
        </p:txBody>
      </p:sp>
    </p:spTree>
    <p:extLst>
      <p:ext uri="{BB962C8B-B14F-4D97-AF65-F5344CB8AC3E}">
        <p14:creationId xmlns:p14="http://schemas.microsoft.com/office/powerpoint/2010/main" val="5518687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893B0CF2-7F87-4E02-A248-870047730F99}" type="slidenum">
              <a:rPr lang="en-US" altLang="ja-JP" smtClean="0"/>
              <a:pPr/>
              <a:t>14</a:t>
            </a:fld>
            <a:endParaRPr lang="ja-JP" altLang="en-US" dirty="0"/>
          </a:p>
        </p:txBody>
      </p:sp>
    </p:spTree>
    <p:extLst>
      <p:ext uri="{BB962C8B-B14F-4D97-AF65-F5344CB8AC3E}">
        <p14:creationId xmlns:p14="http://schemas.microsoft.com/office/powerpoint/2010/main" val="3778898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bg>
      <p:bgRef idx="1001">
        <a:schemeClr val="bg1"/>
      </p:bgRef>
    </p:bg>
    <p:spTree>
      <p:nvGrpSpPr>
        <p:cNvPr id="1" name=""/>
        <p:cNvGrpSpPr/>
        <p:nvPr/>
      </p:nvGrpSpPr>
      <p:grpSpPr>
        <a:xfrm>
          <a:off x="0" y="0"/>
          <a:ext cx="0" cy="0"/>
          <a:chOff x="0" y="0"/>
          <a:chExt cx="0" cy="0"/>
        </a:xfrm>
      </p:grpSpPr>
      <p:grpSp>
        <p:nvGrpSpPr>
          <p:cNvPr id="10" name="グループ 9"/>
          <p:cNvGrpSpPr/>
          <p:nvPr/>
        </p:nvGrpSpPr>
        <p:grpSpPr>
          <a:xfrm>
            <a:off x="0" y="6208894"/>
            <a:ext cx="12192000" cy="649106"/>
            <a:chOff x="0" y="6208894"/>
            <a:chExt cx="12192000" cy="649106"/>
          </a:xfrm>
        </p:grpSpPr>
        <p:sp>
          <p:nvSpPr>
            <p:cNvPr id="2" name="長方形 1"/>
            <p:cNvSpPr/>
            <p:nvPr/>
          </p:nvSpPr>
          <p:spPr>
            <a:xfrm>
              <a:off x="3048" y="6220178"/>
              <a:ext cx="12188952" cy="637822"/>
            </a:xfrm>
            <a:prstGeom prst="rect">
              <a:avLst/>
            </a:prstGeom>
            <a:ln>
              <a:noFill/>
            </a:ln>
          </p:spPr>
          <p:style>
            <a:lnRef idx="1">
              <a:schemeClr val="accent3"/>
            </a:lnRef>
            <a:fillRef idx="2">
              <a:schemeClr val="accent3"/>
            </a:fillRef>
            <a:effectRef idx="1">
              <a:schemeClr val="accent3"/>
            </a:effectRef>
            <a:fontRef idx="minor">
              <a:schemeClr val="dk1"/>
            </a:fontRef>
          </p:style>
          <p:txBody>
            <a:bodyPr rtlCol="0" anchor="ctr"/>
            <a:lstStyle/>
            <a:p>
              <a:pPr algn="ctr" rtl="0"/>
              <a:endParaRPr lang="ja-JP" altLang="en-US" noProof="0" dirty="0"/>
            </a:p>
          </p:txBody>
        </p:sp>
        <p:cxnSp>
          <p:nvCxnSpPr>
            <p:cNvPr id="7" name="直線​​コネクタ 6"/>
            <p:cNvCxnSpPr/>
            <p:nvPr/>
          </p:nvCxnSpPr>
          <p:spPr>
            <a:xfrm>
              <a:off x="0" y="6208894"/>
              <a:ext cx="121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5" name="直線​​コネクタ 4"/>
          <p:cNvCxnSpPr/>
          <p:nvPr userDrawn="1"/>
        </p:nvCxnSpPr>
        <p:spPr>
          <a:xfrm flipV="1">
            <a:off x="3048" y="5937956"/>
            <a:ext cx="8241" cy="564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userDrawn="1"/>
        </p:nvCxnSpPr>
        <p:spPr>
          <a:xfrm flipV="1">
            <a:off x="3048" y="5937956"/>
            <a:ext cx="8241" cy="5644"/>
          </a:xfrm>
          <a:prstGeom prst="line">
            <a:avLst/>
          </a:prstGeom>
        </p:spPr>
        <p:style>
          <a:lnRef idx="1">
            <a:schemeClr val="accent1"/>
          </a:lnRef>
          <a:fillRef idx="0">
            <a:schemeClr val="accent1"/>
          </a:fillRef>
          <a:effectRef idx="0">
            <a:schemeClr val="accent1"/>
          </a:effectRef>
          <a:fontRef idx="minor">
            <a:schemeClr val="tx1"/>
          </a:fontRef>
        </p:style>
      </p:cxnSp>
      <p:sp>
        <p:nvSpPr>
          <p:cNvPr id="9" name="タイトル 8"/>
          <p:cNvSpPr>
            <a:spLocks noGrp="1"/>
          </p:cNvSpPr>
          <p:nvPr>
            <p:ph type="ctrTitle"/>
          </p:nvPr>
        </p:nvSpPr>
        <p:spPr>
          <a:xfrm>
            <a:off x="711200" y="1371600"/>
            <a:ext cx="10468864" cy="1828800"/>
          </a:xfrm>
          <a:ln>
            <a:noFill/>
          </a:ln>
        </p:spPr>
        <p:txBody>
          <a:bodyPr vert="horz" tIns="0" rIns="18288" bIns="0" rtlCol="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tx2"/>
                </a:solidFill>
                <a:effectLst/>
                <a:latin typeface="Meiryo UI" panose="020B0604030504040204" pitchFamily="50" charset="-128"/>
                <a:ea typeface="Meiryo UI" panose="020B0604030504040204" pitchFamily="50" charset="-128"/>
                <a:cs typeface="+mj-cs"/>
              </a:defRPr>
            </a:lvl1pPr>
          </a:lstStyle>
          <a:p>
            <a:pPr rtl="0"/>
            <a:r>
              <a:rPr lang="ja-JP" altLang="en-US" noProof="0" smtClean="0"/>
              <a:t>マスター タイトルの書式設定</a:t>
            </a:r>
            <a:endParaRPr kumimoji="0" lang="ja-JP" altLang="en-US" noProof="0" dirty="0"/>
          </a:p>
        </p:txBody>
      </p:sp>
      <p:sp>
        <p:nvSpPr>
          <p:cNvPr id="17" name="サブタイトル 16"/>
          <p:cNvSpPr>
            <a:spLocks noGrp="1"/>
          </p:cNvSpPr>
          <p:nvPr>
            <p:ph type="subTitle" idx="1"/>
          </p:nvPr>
        </p:nvSpPr>
        <p:spPr>
          <a:xfrm>
            <a:off x="711200" y="3228536"/>
            <a:ext cx="10472928" cy="1752600"/>
          </a:xfrm>
        </p:spPr>
        <p:txBody>
          <a:bodyPr lIns="0" rIns="18288" rtlCol="0"/>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rtl="0"/>
            <a:r>
              <a:rPr lang="ja-JP" altLang="en-US" noProof="0" smtClean="0"/>
              <a:t>マスター サブタイトルの書式設定</a:t>
            </a:r>
            <a:endParaRPr kumimoji="0" lang="ja-JP" altLang="en-US" noProof="0" dirty="0"/>
          </a:p>
        </p:txBody>
      </p:sp>
      <p:sp>
        <p:nvSpPr>
          <p:cNvPr id="30" name="日付プレースホルダー 29"/>
          <p:cNvSpPr>
            <a:spLocks noGrp="1"/>
          </p:cNvSpPr>
          <p:nvPr>
            <p:ph type="dt" sz="half" idx="10"/>
          </p:nvPr>
        </p:nvSpPr>
        <p:spPr/>
        <p:txBody>
          <a:bodyPr rtlCol="0"/>
          <a:lstStyle/>
          <a:p>
            <a:pPr rtl="0"/>
            <a:fld id="{E7D9F5B4-D2B9-4671-9B63-0110E6386A4E}" type="datetime4">
              <a:rPr lang="ja-JP" altLang="en-US" smtClean="0"/>
              <a:t>2021年3月4日</a:t>
            </a:fld>
            <a:endParaRPr lang="en-US" dirty="0"/>
          </a:p>
        </p:txBody>
      </p:sp>
      <p:sp>
        <p:nvSpPr>
          <p:cNvPr id="19" name="フッター プレースホルダー 18"/>
          <p:cNvSpPr>
            <a:spLocks noGrp="1"/>
          </p:cNvSpPr>
          <p:nvPr>
            <p:ph type="ftr" sz="quarter" idx="11"/>
          </p:nvPr>
        </p:nvSpPr>
        <p:spPr/>
        <p:txBody>
          <a:bodyPr rtlCol="0"/>
          <a:lstStyle/>
          <a:p>
            <a:pPr rtl="0"/>
            <a:r>
              <a:rPr lang="ja-JP" altLang="en-US" noProof="0" dirty="0"/>
              <a:t>フッターを追加</a:t>
            </a:r>
          </a:p>
        </p:txBody>
      </p:sp>
      <p:sp>
        <p:nvSpPr>
          <p:cNvPr id="27" name="スライド番号プレースホルダー 26"/>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2980820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rtlCol="0"/>
          <a:lstStyle/>
          <a:p>
            <a:pPr rtl="0"/>
            <a:r>
              <a:rPr lang="ja-JP" altLang="en-US" noProof="0" smtClean="0"/>
              <a:t>マスター タイトルの書式設定</a:t>
            </a:r>
            <a:endParaRPr kumimoji="0" lang="ja-JP" altLang="en-US" noProof="0" dirty="0"/>
          </a:p>
        </p:txBody>
      </p:sp>
      <p:sp>
        <p:nvSpPr>
          <p:cNvPr id="3" name="コンテンツ プレースホルダー 2"/>
          <p:cNvSpPr>
            <a:spLocks noGrp="1"/>
          </p:cNvSpPr>
          <p:nvPr>
            <p:ph idx="1"/>
          </p:nvPr>
        </p:nvSpPr>
        <p:spPr/>
        <p:txBody>
          <a:bodyPr rtlCol="0"/>
          <a:lstStyle/>
          <a:p>
            <a:pPr lvl="0" rtl="0" eaLnBrk="1" latinLnBrk="0" hangingPunct="1"/>
            <a:r>
              <a:rPr lang="ja-JP" altLang="en-US" noProof="0" smtClean="0"/>
              <a:t>マスター テキストの書式設定</a:t>
            </a:r>
          </a:p>
          <a:p>
            <a:pPr lvl="1" rtl="0" eaLnBrk="1" latinLnBrk="0" hangingPunct="1"/>
            <a:r>
              <a:rPr lang="ja-JP" altLang="en-US" noProof="0" smtClean="0"/>
              <a:t>第 </a:t>
            </a:r>
            <a:r>
              <a:rPr lang="en-US" altLang="ja-JP" noProof="0" smtClean="0"/>
              <a:t>2 </a:t>
            </a:r>
            <a:r>
              <a:rPr lang="ja-JP" altLang="en-US" noProof="0" smtClean="0"/>
              <a:t>レベル</a:t>
            </a:r>
          </a:p>
          <a:p>
            <a:pPr lvl="2" rtl="0" eaLnBrk="1" latinLnBrk="0" hangingPunct="1"/>
            <a:r>
              <a:rPr lang="ja-JP" altLang="en-US" noProof="0" smtClean="0"/>
              <a:t>第 </a:t>
            </a:r>
            <a:r>
              <a:rPr lang="en-US" altLang="ja-JP" noProof="0" smtClean="0"/>
              <a:t>3 </a:t>
            </a:r>
            <a:r>
              <a:rPr lang="ja-JP" altLang="en-US" noProof="0" smtClean="0"/>
              <a:t>レベル</a:t>
            </a:r>
          </a:p>
          <a:p>
            <a:pPr lvl="3" rtl="0" eaLnBrk="1" latinLnBrk="0" hangingPunct="1"/>
            <a:r>
              <a:rPr lang="ja-JP" altLang="en-US" noProof="0" smtClean="0"/>
              <a:t>第 </a:t>
            </a:r>
            <a:r>
              <a:rPr lang="en-US" altLang="ja-JP" noProof="0" smtClean="0"/>
              <a:t>4 </a:t>
            </a:r>
            <a:r>
              <a:rPr lang="ja-JP" altLang="en-US" noProof="0" smtClean="0"/>
              <a:t>レベル</a:t>
            </a:r>
          </a:p>
          <a:p>
            <a:pPr lvl="4" rtl="0" eaLnBrk="1" latinLnBrk="0" hangingPunct="1"/>
            <a:r>
              <a:rPr lang="ja-JP" altLang="en-US" noProof="0" smtClean="0"/>
              <a:t>第 </a:t>
            </a:r>
            <a:r>
              <a:rPr lang="en-US" altLang="ja-JP" noProof="0" smtClean="0"/>
              <a:t>5 </a:t>
            </a:r>
            <a:r>
              <a:rPr lang="ja-JP" altLang="en-US" noProof="0" smtClean="0"/>
              <a:t>レベル</a:t>
            </a:r>
            <a:endParaRPr kumimoji="0" lang="ja-JP" altLang="en-US" noProof="0" dirty="0"/>
          </a:p>
        </p:txBody>
      </p:sp>
      <p:sp>
        <p:nvSpPr>
          <p:cNvPr id="4" name="日付プレースホルダー 3"/>
          <p:cNvSpPr>
            <a:spLocks noGrp="1"/>
          </p:cNvSpPr>
          <p:nvPr>
            <p:ph type="dt" sz="half" idx="10"/>
          </p:nvPr>
        </p:nvSpPr>
        <p:spPr/>
        <p:txBody>
          <a:bodyPr rtlCol="0"/>
          <a:lstStyle/>
          <a:p>
            <a:pPr rtl="0"/>
            <a:fld id="{030C11D6-D226-45B1-8AA5-91C501F3B0E7}" type="datetime4">
              <a:rPr lang="ja-JP" altLang="en-US" smtClean="0"/>
              <a:t>2021年3月4日</a:t>
            </a:fld>
            <a:endParaRPr lang="en-US" dirty="0"/>
          </a:p>
        </p:txBody>
      </p:sp>
      <p:sp>
        <p:nvSpPr>
          <p:cNvPr id="5" name="フッター プレースホルダー 4"/>
          <p:cNvSpPr>
            <a:spLocks noGrp="1"/>
          </p:cNvSpPr>
          <p:nvPr>
            <p:ph type="ftr" sz="quarter" idx="11"/>
          </p:nvPr>
        </p:nvSpPr>
        <p:spPr/>
        <p:txBody>
          <a:bodyPr rtlCol="0"/>
          <a:lstStyle/>
          <a:p>
            <a:pPr rtl="0"/>
            <a:r>
              <a:rPr lang="ja-JP" altLang="en-US" noProof="0" dirty="0"/>
              <a:t>フッターを追加</a:t>
            </a:r>
          </a:p>
        </p:txBody>
      </p:sp>
      <p:sp>
        <p:nvSpPr>
          <p:cNvPr id="6" name="スライド番号プレースホルダー 5"/>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1481682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 ヘッダー">
    <p:spTree>
      <p:nvGrpSpPr>
        <p:cNvPr id="1" name=""/>
        <p:cNvGrpSpPr/>
        <p:nvPr/>
      </p:nvGrpSpPr>
      <p:grpSpPr>
        <a:xfrm>
          <a:off x="0" y="0"/>
          <a:ext cx="0" cy="0"/>
          <a:chOff x="0" y="0"/>
          <a:chExt cx="0" cy="0"/>
        </a:xfrm>
      </p:grpSpPr>
      <p:sp>
        <p:nvSpPr>
          <p:cNvPr id="2" name="タイトル 1"/>
          <p:cNvSpPr>
            <a:spLocks noGrp="1"/>
          </p:cNvSpPr>
          <p:nvPr>
            <p:ph type="title"/>
          </p:nvPr>
        </p:nvSpPr>
        <p:spPr>
          <a:xfrm>
            <a:off x="707136" y="1316736"/>
            <a:ext cx="10363200" cy="1362456"/>
          </a:xfrm>
          <a:ln>
            <a:noFill/>
          </a:ln>
        </p:spPr>
        <p:txBody>
          <a:bodyPr vert="horz" tIns="0" bIns="0" rtlCol="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tx2"/>
                </a:solidFill>
                <a:effectLst/>
                <a:latin typeface="Meiryo UI" panose="020B0604030504040204" pitchFamily="50" charset="-128"/>
                <a:ea typeface="Meiryo UI" panose="020B0604030504040204" pitchFamily="50" charset="-128"/>
                <a:cs typeface="+mj-cs"/>
              </a:defRPr>
            </a:lvl1pPr>
          </a:lstStyle>
          <a:p>
            <a:pPr rtl="0"/>
            <a:r>
              <a:rPr lang="ja-JP" altLang="en-US" noProof="0" smtClean="0"/>
              <a:t>マスター タイトルの書式設定</a:t>
            </a:r>
            <a:endParaRPr kumimoji="0" lang="ja-JP" altLang="en-US" noProof="0" dirty="0"/>
          </a:p>
        </p:txBody>
      </p:sp>
      <p:sp>
        <p:nvSpPr>
          <p:cNvPr id="3" name="テキスト プレースホルダー 2"/>
          <p:cNvSpPr>
            <a:spLocks noGrp="1"/>
          </p:cNvSpPr>
          <p:nvPr>
            <p:ph type="body" idx="1"/>
          </p:nvPr>
        </p:nvSpPr>
        <p:spPr>
          <a:xfrm>
            <a:off x="707136" y="2704664"/>
            <a:ext cx="10363200" cy="1509712"/>
          </a:xfrm>
        </p:spPr>
        <p:txBody>
          <a:bodyPr lIns="45720" rIns="45720" rtlCol="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rtl="0" eaLnBrk="1" latinLnBrk="0" hangingPunct="1"/>
            <a:r>
              <a:rPr lang="ja-JP" altLang="en-US" noProof="0" smtClean="0"/>
              <a:t>マスター テキストの書式設定</a:t>
            </a:r>
          </a:p>
        </p:txBody>
      </p:sp>
      <p:sp>
        <p:nvSpPr>
          <p:cNvPr id="4" name="日付プレースホルダー 3"/>
          <p:cNvSpPr>
            <a:spLocks noGrp="1"/>
          </p:cNvSpPr>
          <p:nvPr>
            <p:ph type="dt" sz="half" idx="10"/>
          </p:nvPr>
        </p:nvSpPr>
        <p:spPr/>
        <p:txBody>
          <a:bodyPr rtlCol="0"/>
          <a:lstStyle/>
          <a:p>
            <a:pPr rtl="0"/>
            <a:fld id="{E5400AA1-06A4-444F-94EA-80BA16484187}" type="datetime4">
              <a:rPr lang="ja-JP" altLang="en-US" smtClean="0"/>
              <a:t>2021年3月4日</a:t>
            </a:fld>
            <a:endParaRPr lang="en-US" dirty="0"/>
          </a:p>
        </p:txBody>
      </p:sp>
      <p:sp>
        <p:nvSpPr>
          <p:cNvPr id="5" name="フッター プレースホルダー 4"/>
          <p:cNvSpPr>
            <a:spLocks noGrp="1"/>
          </p:cNvSpPr>
          <p:nvPr>
            <p:ph type="ftr" sz="quarter" idx="11"/>
          </p:nvPr>
        </p:nvSpPr>
        <p:spPr/>
        <p:txBody>
          <a:bodyPr rtlCol="0"/>
          <a:lstStyle/>
          <a:p>
            <a:pPr rtl="0"/>
            <a:r>
              <a:rPr lang="ja-JP" altLang="en-US" noProof="0" dirty="0"/>
              <a:t>フッターを追加</a:t>
            </a:r>
          </a:p>
        </p:txBody>
      </p:sp>
      <p:sp>
        <p:nvSpPr>
          <p:cNvPr id="6" name="スライド番号プレースホルダー 5"/>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353193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段組">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0" y="704088"/>
            <a:ext cx="10972800" cy="1143000"/>
          </a:xfrm>
        </p:spPr>
        <p:txBody>
          <a:bodyPr rtlCol="0"/>
          <a:lstStyle/>
          <a:p>
            <a:pPr rtl="0"/>
            <a:r>
              <a:rPr lang="ja-JP" altLang="en-US" noProof="0" smtClean="0"/>
              <a:t>マスター タイトルの書式設定</a:t>
            </a:r>
            <a:endParaRPr kumimoji="0" lang="ja-JP" altLang="en-US" noProof="0" dirty="0"/>
          </a:p>
        </p:txBody>
      </p:sp>
      <p:sp>
        <p:nvSpPr>
          <p:cNvPr id="3" name="コンテンツ プレースホルダー 2"/>
          <p:cNvSpPr>
            <a:spLocks noGrp="1"/>
          </p:cNvSpPr>
          <p:nvPr>
            <p:ph sz="half" idx="1"/>
          </p:nvPr>
        </p:nvSpPr>
        <p:spPr>
          <a:xfrm>
            <a:off x="609600" y="1920085"/>
            <a:ext cx="5384800" cy="4434840"/>
          </a:xfrm>
        </p:spPr>
        <p:txBody>
          <a:bodyPr rtlCol="0"/>
          <a:lstStyle>
            <a:lvl1pPr>
              <a:defRPr sz="2600"/>
            </a:lvl1pPr>
            <a:lvl2pPr>
              <a:defRPr sz="2400"/>
            </a:lvl2pPr>
            <a:lvl3pPr>
              <a:defRPr sz="2000"/>
            </a:lvl3pPr>
            <a:lvl4pPr>
              <a:defRPr sz="1800"/>
            </a:lvl4pPr>
            <a:lvl5pPr>
              <a:defRPr sz="1800"/>
            </a:lvl5pPr>
          </a:lstStyle>
          <a:p>
            <a:pPr lvl="0" rtl="0" eaLnBrk="1" latinLnBrk="0" hangingPunct="1"/>
            <a:r>
              <a:rPr lang="ja-JP" altLang="en-US" noProof="0" smtClean="0"/>
              <a:t>マスター テキストの書式設定</a:t>
            </a:r>
          </a:p>
          <a:p>
            <a:pPr lvl="1" rtl="0" eaLnBrk="1" latinLnBrk="0" hangingPunct="1"/>
            <a:r>
              <a:rPr lang="ja-JP" altLang="en-US" noProof="0" smtClean="0"/>
              <a:t>第 </a:t>
            </a:r>
            <a:r>
              <a:rPr lang="en-US" altLang="ja-JP" noProof="0" smtClean="0"/>
              <a:t>2 </a:t>
            </a:r>
            <a:r>
              <a:rPr lang="ja-JP" altLang="en-US" noProof="0" smtClean="0"/>
              <a:t>レベル</a:t>
            </a:r>
          </a:p>
          <a:p>
            <a:pPr lvl="2" rtl="0" eaLnBrk="1" latinLnBrk="0" hangingPunct="1"/>
            <a:r>
              <a:rPr lang="ja-JP" altLang="en-US" noProof="0" smtClean="0"/>
              <a:t>第 </a:t>
            </a:r>
            <a:r>
              <a:rPr lang="en-US" altLang="ja-JP" noProof="0" smtClean="0"/>
              <a:t>3 </a:t>
            </a:r>
            <a:r>
              <a:rPr lang="ja-JP" altLang="en-US" noProof="0" smtClean="0"/>
              <a:t>レベル</a:t>
            </a:r>
          </a:p>
          <a:p>
            <a:pPr lvl="3" rtl="0" eaLnBrk="1" latinLnBrk="0" hangingPunct="1"/>
            <a:r>
              <a:rPr lang="ja-JP" altLang="en-US" noProof="0" smtClean="0"/>
              <a:t>第 </a:t>
            </a:r>
            <a:r>
              <a:rPr lang="en-US" altLang="ja-JP" noProof="0" smtClean="0"/>
              <a:t>4 </a:t>
            </a:r>
            <a:r>
              <a:rPr lang="ja-JP" altLang="en-US" noProof="0" smtClean="0"/>
              <a:t>レベル</a:t>
            </a:r>
          </a:p>
          <a:p>
            <a:pPr lvl="4" rtl="0" eaLnBrk="1" latinLnBrk="0" hangingPunct="1"/>
            <a:r>
              <a:rPr lang="ja-JP" altLang="en-US" noProof="0" smtClean="0"/>
              <a:t>第 </a:t>
            </a:r>
            <a:r>
              <a:rPr lang="en-US" altLang="ja-JP" noProof="0" smtClean="0"/>
              <a:t>5 </a:t>
            </a:r>
            <a:r>
              <a:rPr lang="ja-JP" altLang="en-US" noProof="0" smtClean="0"/>
              <a:t>レベル</a:t>
            </a:r>
            <a:endParaRPr kumimoji="0" lang="ja-JP" altLang="en-US" noProof="0" dirty="0"/>
          </a:p>
        </p:txBody>
      </p:sp>
      <p:sp>
        <p:nvSpPr>
          <p:cNvPr id="4" name="コンテンツ プレースホルダー 3"/>
          <p:cNvSpPr>
            <a:spLocks noGrp="1"/>
          </p:cNvSpPr>
          <p:nvPr>
            <p:ph sz="half" idx="2"/>
          </p:nvPr>
        </p:nvSpPr>
        <p:spPr>
          <a:xfrm>
            <a:off x="6197600" y="1920085"/>
            <a:ext cx="5384800" cy="4434840"/>
          </a:xfrm>
        </p:spPr>
        <p:txBody>
          <a:bodyPr rtlCol="0"/>
          <a:lstStyle>
            <a:lvl1pPr>
              <a:defRPr sz="2600"/>
            </a:lvl1pPr>
            <a:lvl2pPr>
              <a:defRPr sz="2400"/>
            </a:lvl2pPr>
            <a:lvl3pPr>
              <a:defRPr sz="2000"/>
            </a:lvl3pPr>
            <a:lvl4pPr>
              <a:defRPr sz="1800"/>
            </a:lvl4pPr>
            <a:lvl5pPr>
              <a:defRPr sz="1800"/>
            </a:lvl5pPr>
          </a:lstStyle>
          <a:p>
            <a:pPr lvl="0" rtl="0" eaLnBrk="1" latinLnBrk="0" hangingPunct="1"/>
            <a:r>
              <a:rPr lang="ja-JP" altLang="en-US" noProof="0" smtClean="0"/>
              <a:t>マスター テキストの書式設定</a:t>
            </a:r>
          </a:p>
          <a:p>
            <a:pPr lvl="1" rtl="0" eaLnBrk="1" latinLnBrk="0" hangingPunct="1"/>
            <a:r>
              <a:rPr lang="ja-JP" altLang="en-US" noProof="0" smtClean="0"/>
              <a:t>第 </a:t>
            </a:r>
            <a:r>
              <a:rPr lang="en-US" altLang="ja-JP" noProof="0" smtClean="0"/>
              <a:t>2 </a:t>
            </a:r>
            <a:r>
              <a:rPr lang="ja-JP" altLang="en-US" noProof="0" smtClean="0"/>
              <a:t>レベル</a:t>
            </a:r>
          </a:p>
          <a:p>
            <a:pPr lvl="2" rtl="0" eaLnBrk="1" latinLnBrk="0" hangingPunct="1"/>
            <a:r>
              <a:rPr lang="ja-JP" altLang="en-US" noProof="0" smtClean="0"/>
              <a:t>第 </a:t>
            </a:r>
            <a:r>
              <a:rPr lang="en-US" altLang="ja-JP" noProof="0" smtClean="0"/>
              <a:t>3 </a:t>
            </a:r>
            <a:r>
              <a:rPr lang="ja-JP" altLang="en-US" noProof="0" smtClean="0"/>
              <a:t>レベル</a:t>
            </a:r>
          </a:p>
          <a:p>
            <a:pPr lvl="3" rtl="0" eaLnBrk="1" latinLnBrk="0" hangingPunct="1"/>
            <a:r>
              <a:rPr lang="ja-JP" altLang="en-US" noProof="0" smtClean="0"/>
              <a:t>第 </a:t>
            </a:r>
            <a:r>
              <a:rPr lang="en-US" altLang="ja-JP" noProof="0" smtClean="0"/>
              <a:t>4 </a:t>
            </a:r>
            <a:r>
              <a:rPr lang="ja-JP" altLang="en-US" noProof="0" smtClean="0"/>
              <a:t>レベル</a:t>
            </a:r>
          </a:p>
          <a:p>
            <a:pPr lvl="4" rtl="0" eaLnBrk="1" latinLnBrk="0" hangingPunct="1"/>
            <a:r>
              <a:rPr lang="ja-JP" altLang="en-US" noProof="0" smtClean="0"/>
              <a:t>第 </a:t>
            </a:r>
            <a:r>
              <a:rPr lang="en-US" altLang="ja-JP" noProof="0" smtClean="0"/>
              <a:t>5 </a:t>
            </a:r>
            <a:r>
              <a:rPr lang="ja-JP" altLang="en-US" noProof="0" smtClean="0"/>
              <a:t>レベル</a:t>
            </a:r>
            <a:endParaRPr kumimoji="0" lang="ja-JP" altLang="en-US" noProof="0" dirty="0"/>
          </a:p>
        </p:txBody>
      </p:sp>
      <p:sp>
        <p:nvSpPr>
          <p:cNvPr id="5" name="日付プレースホルダー 4"/>
          <p:cNvSpPr>
            <a:spLocks noGrp="1"/>
          </p:cNvSpPr>
          <p:nvPr>
            <p:ph type="dt" sz="half" idx="10"/>
          </p:nvPr>
        </p:nvSpPr>
        <p:spPr/>
        <p:txBody>
          <a:bodyPr rtlCol="0"/>
          <a:lstStyle/>
          <a:p>
            <a:pPr rtl="0"/>
            <a:fld id="{7538B790-6ACD-441F-B06D-4917F8B429D2}" type="datetime4">
              <a:rPr lang="ja-JP" altLang="en-US" smtClean="0"/>
              <a:t>2021年3月4日</a:t>
            </a:fld>
            <a:endParaRPr lang="en-US" dirty="0"/>
          </a:p>
        </p:txBody>
      </p:sp>
      <p:sp>
        <p:nvSpPr>
          <p:cNvPr id="6" name="フッター プレースホルダー 5"/>
          <p:cNvSpPr>
            <a:spLocks noGrp="1"/>
          </p:cNvSpPr>
          <p:nvPr>
            <p:ph type="ftr" sz="quarter" idx="11"/>
          </p:nvPr>
        </p:nvSpPr>
        <p:spPr/>
        <p:txBody>
          <a:bodyPr rtlCol="0"/>
          <a:lstStyle/>
          <a:p>
            <a:pPr rtl="0"/>
            <a:r>
              <a:rPr lang="ja-JP" altLang="en-US" noProof="0" dirty="0"/>
              <a:t>フッターを追加</a:t>
            </a:r>
          </a:p>
        </p:txBody>
      </p:sp>
      <p:sp>
        <p:nvSpPr>
          <p:cNvPr id="7" name="スライド番号プレースホルダー 6"/>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109018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0" y="704088"/>
            <a:ext cx="10972800" cy="1143000"/>
          </a:xfrm>
        </p:spPr>
        <p:txBody>
          <a:bodyPr tIns="45720" rtlCol="0" anchor="b"/>
          <a:lstStyle>
            <a:lvl1pPr>
              <a:defRPr/>
            </a:lvl1pPr>
          </a:lstStyle>
          <a:p>
            <a:pPr rtl="0"/>
            <a:r>
              <a:rPr lang="ja-JP" altLang="en-US" smtClean="0"/>
              <a:t>マスター タイトルの書式設定</a:t>
            </a:r>
            <a:endParaRPr kumimoji="0" lang="en-US" dirty="0"/>
          </a:p>
        </p:txBody>
      </p:sp>
      <p:sp>
        <p:nvSpPr>
          <p:cNvPr id="3" name="テキスト プレースホルダー 2"/>
          <p:cNvSpPr>
            <a:spLocks noGrp="1"/>
          </p:cNvSpPr>
          <p:nvPr>
            <p:ph type="body" idx="1"/>
          </p:nvPr>
        </p:nvSpPr>
        <p:spPr>
          <a:xfrm>
            <a:off x="609600" y="1855248"/>
            <a:ext cx="5386917" cy="659352"/>
          </a:xfrm>
        </p:spPr>
        <p:txBody>
          <a:bodyPr lIns="45720" tIns="0" rIns="45720" bIns="0" rtlCol="0" anchor="ctr">
            <a:noAutofit/>
          </a:bodyPr>
          <a:lstStyle>
            <a:lvl1pPr marL="0" indent="0">
              <a:buNone/>
              <a:defRPr sz="2400" b="1" cap="none" baseline="0">
                <a:solidFill>
                  <a:schemeClr val="tx1"/>
                </a:solidFill>
                <a:effectLst/>
              </a:defRPr>
            </a:lvl1pPr>
            <a:lvl2pPr>
              <a:buNone/>
              <a:defRPr sz="2000" b="1"/>
            </a:lvl2pPr>
            <a:lvl3pPr>
              <a:buNone/>
              <a:defRPr sz="1800" b="1"/>
            </a:lvl3pPr>
            <a:lvl4pPr>
              <a:buNone/>
              <a:defRPr sz="1600" b="1"/>
            </a:lvl4pPr>
            <a:lvl5pPr>
              <a:buNone/>
              <a:defRPr sz="1600" b="1"/>
            </a:lvl5pPr>
          </a:lstStyle>
          <a:p>
            <a:pPr lvl="0" rtl="0" eaLnBrk="1" latinLnBrk="0" hangingPunct="1"/>
            <a:r>
              <a:rPr lang="ja-JP" altLang="en-US" smtClean="0"/>
              <a:t>マスター テキストの書式設定</a:t>
            </a:r>
          </a:p>
        </p:txBody>
      </p:sp>
      <p:sp>
        <p:nvSpPr>
          <p:cNvPr id="5" name="コンテンツ プレースホルダー 4"/>
          <p:cNvSpPr>
            <a:spLocks noGrp="1"/>
          </p:cNvSpPr>
          <p:nvPr>
            <p:ph sz="quarter" idx="2"/>
          </p:nvPr>
        </p:nvSpPr>
        <p:spPr>
          <a:xfrm>
            <a:off x="609600" y="2514600"/>
            <a:ext cx="5386917" cy="3845720"/>
          </a:xfrm>
        </p:spPr>
        <p:txBody>
          <a:bodyPr tIns="0" rtlCol="0"/>
          <a:lstStyle>
            <a:lvl1pPr>
              <a:defRPr sz="2200"/>
            </a:lvl1pPr>
            <a:lvl2pPr>
              <a:defRPr sz="2000"/>
            </a:lvl2pPr>
            <a:lvl3pPr>
              <a:defRPr sz="1800"/>
            </a:lvl3pPr>
            <a:lvl4pPr>
              <a:defRPr sz="1600"/>
            </a:lvl4pPr>
            <a:lvl5pPr>
              <a:defRPr sz="1600"/>
            </a:lvl5pPr>
          </a:lstStyle>
          <a:p>
            <a:pPr lvl="0" rtl="0" eaLnBrk="1" latinLnBrk="0" hangingPunct="1"/>
            <a:r>
              <a:rPr lang="ja-JP" altLang="en-US" smtClean="0"/>
              <a:t>マスター テキストの書式設定</a:t>
            </a:r>
          </a:p>
          <a:p>
            <a:pPr lvl="1" rtl="0" eaLnBrk="1" latinLnBrk="0" hangingPunct="1"/>
            <a:r>
              <a:rPr lang="ja-JP" altLang="en-US" smtClean="0"/>
              <a:t>第 </a:t>
            </a:r>
            <a:r>
              <a:rPr lang="en-US" altLang="ja-JP" smtClean="0"/>
              <a:t>2 </a:t>
            </a:r>
            <a:r>
              <a:rPr lang="ja-JP" altLang="en-US" smtClean="0"/>
              <a:t>レベル</a:t>
            </a:r>
          </a:p>
          <a:p>
            <a:pPr lvl="2" rtl="0" eaLnBrk="1" latinLnBrk="0" hangingPunct="1"/>
            <a:r>
              <a:rPr lang="ja-JP" altLang="en-US" smtClean="0"/>
              <a:t>第 </a:t>
            </a:r>
            <a:r>
              <a:rPr lang="en-US" altLang="ja-JP" smtClean="0"/>
              <a:t>3 </a:t>
            </a:r>
            <a:r>
              <a:rPr lang="ja-JP" altLang="en-US" smtClean="0"/>
              <a:t>レベル</a:t>
            </a:r>
          </a:p>
          <a:p>
            <a:pPr lvl="3" rtl="0" eaLnBrk="1" latinLnBrk="0" hangingPunct="1"/>
            <a:r>
              <a:rPr lang="ja-JP" altLang="en-US" smtClean="0"/>
              <a:t>第 </a:t>
            </a:r>
            <a:r>
              <a:rPr lang="en-US" altLang="ja-JP" smtClean="0"/>
              <a:t>4 </a:t>
            </a:r>
            <a:r>
              <a:rPr lang="ja-JP" altLang="en-US" smtClean="0"/>
              <a:t>レベル</a:t>
            </a:r>
          </a:p>
          <a:p>
            <a:pPr lvl="4" rtl="0" eaLnBrk="1" latinLnBrk="0" hangingPunct="1"/>
            <a:r>
              <a:rPr lang="ja-JP" altLang="en-US" smtClean="0"/>
              <a:t>第 </a:t>
            </a:r>
            <a:r>
              <a:rPr lang="en-US" altLang="ja-JP" smtClean="0"/>
              <a:t>5 </a:t>
            </a:r>
            <a:r>
              <a:rPr lang="ja-JP" altLang="en-US" smtClean="0"/>
              <a:t>レベル</a:t>
            </a:r>
            <a:endParaRPr kumimoji="0" lang="en-US" dirty="0"/>
          </a:p>
        </p:txBody>
      </p:sp>
      <p:sp>
        <p:nvSpPr>
          <p:cNvPr id="4" name="テキスト プレースホルダー 3"/>
          <p:cNvSpPr>
            <a:spLocks noGrp="1"/>
          </p:cNvSpPr>
          <p:nvPr>
            <p:ph type="body" sz="half" idx="3"/>
          </p:nvPr>
        </p:nvSpPr>
        <p:spPr>
          <a:xfrm>
            <a:off x="6193368" y="1859758"/>
            <a:ext cx="5389033" cy="654843"/>
          </a:xfrm>
        </p:spPr>
        <p:txBody>
          <a:bodyPr lIns="45720" tIns="0" rIns="45720" bIns="0" rtlCol="0" anchor="ctr"/>
          <a:lstStyle>
            <a:lvl1pPr marL="0" indent="0">
              <a:buNone/>
              <a:defRPr sz="2400" b="1" cap="none" baseline="0">
                <a:solidFill>
                  <a:schemeClr val="tx1"/>
                </a:solidFill>
                <a:effectLst/>
              </a:defRPr>
            </a:lvl1pPr>
            <a:lvl2pPr>
              <a:buNone/>
              <a:defRPr sz="2000" b="1"/>
            </a:lvl2pPr>
            <a:lvl3pPr>
              <a:buNone/>
              <a:defRPr sz="1800" b="1"/>
            </a:lvl3pPr>
            <a:lvl4pPr>
              <a:buNone/>
              <a:defRPr sz="1600" b="1"/>
            </a:lvl4pPr>
            <a:lvl5pPr>
              <a:buNone/>
              <a:defRPr sz="1600" b="1"/>
            </a:lvl5pPr>
          </a:lstStyle>
          <a:p>
            <a:pPr lvl="0" rtl="0" eaLnBrk="1" latinLnBrk="0" hangingPunct="1"/>
            <a:r>
              <a:rPr lang="ja-JP" altLang="en-US" smtClean="0"/>
              <a:t>マスター テキストの書式設定</a:t>
            </a:r>
          </a:p>
        </p:txBody>
      </p:sp>
      <p:sp>
        <p:nvSpPr>
          <p:cNvPr id="6" name="コンテンツ プレースホルダー 5"/>
          <p:cNvSpPr>
            <a:spLocks noGrp="1"/>
          </p:cNvSpPr>
          <p:nvPr>
            <p:ph sz="quarter" idx="4"/>
          </p:nvPr>
        </p:nvSpPr>
        <p:spPr>
          <a:xfrm>
            <a:off x="6193368" y="2514600"/>
            <a:ext cx="5389033" cy="3845720"/>
          </a:xfrm>
        </p:spPr>
        <p:txBody>
          <a:bodyPr tIns="0" rtlCol="0"/>
          <a:lstStyle>
            <a:lvl1pPr>
              <a:defRPr sz="2200"/>
            </a:lvl1pPr>
            <a:lvl2pPr>
              <a:defRPr sz="2000"/>
            </a:lvl2pPr>
            <a:lvl3pPr>
              <a:defRPr sz="1800"/>
            </a:lvl3pPr>
            <a:lvl4pPr>
              <a:defRPr sz="1600"/>
            </a:lvl4pPr>
            <a:lvl5pPr>
              <a:defRPr sz="1600"/>
            </a:lvl5pPr>
          </a:lstStyle>
          <a:p>
            <a:pPr lvl="0" rtl="0" eaLnBrk="1" latinLnBrk="0" hangingPunct="1"/>
            <a:r>
              <a:rPr lang="ja-JP" altLang="en-US" smtClean="0"/>
              <a:t>マスター テキストの書式設定</a:t>
            </a:r>
          </a:p>
          <a:p>
            <a:pPr lvl="1" rtl="0" eaLnBrk="1" latinLnBrk="0" hangingPunct="1"/>
            <a:r>
              <a:rPr lang="ja-JP" altLang="en-US" smtClean="0"/>
              <a:t>第 </a:t>
            </a:r>
            <a:r>
              <a:rPr lang="en-US" altLang="ja-JP" smtClean="0"/>
              <a:t>2 </a:t>
            </a:r>
            <a:r>
              <a:rPr lang="ja-JP" altLang="en-US" smtClean="0"/>
              <a:t>レベル</a:t>
            </a:r>
          </a:p>
          <a:p>
            <a:pPr lvl="2" rtl="0" eaLnBrk="1" latinLnBrk="0" hangingPunct="1"/>
            <a:r>
              <a:rPr lang="ja-JP" altLang="en-US" smtClean="0"/>
              <a:t>第 </a:t>
            </a:r>
            <a:r>
              <a:rPr lang="en-US" altLang="ja-JP" smtClean="0"/>
              <a:t>3 </a:t>
            </a:r>
            <a:r>
              <a:rPr lang="ja-JP" altLang="en-US" smtClean="0"/>
              <a:t>レベル</a:t>
            </a:r>
          </a:p>
          <a:p>
            <a:pPr lvl="3" rtl="0" eaLnBrk="1" latinLnBrk="0" hangingPunct="1"/>
            <a:r>
              <a:rPr lang="ja-JP" altLang="en-US" smtClean="0"/>
              <a:t>第 </a:t>
            </a:r>
            <a:r>
              <a:rPr lang="en-US" altLang="ja-JP" smtClean="0"/>
              <a:t>4 </a:t>
            </a:r>
            <a:r>
              <a:rPr lang="ja-JP" altLang="en-US" smtClean="0"/>
              <a:t>レベル</a:t>
            </a:r>
          </a:p>
          <a:p>
            <a:pPr lvl="4" rtl="0" eaLnBrk="1" latinLnBrk="0" hangingPunct="1"/>
            <a:r>
              <a:rPr lang="ja-JP" altLang="en-US" smtClean="0"/>
              <a:t>第 </a:t>
            </a:r>
            <a:r>
              <a:rPr lang="en-US" altLang="ja-JP" smtClean="0"/>
              <a:t>5 </a:t>
            </a:r>
            <a:r>
              <a:rPr lang="ja-JP" altLang="en-US" smtClean="0"/>
              <a:t>レベル</a:t>
            </a:r>
            <a:endParaRPr kumimoji="0" lang="en-US" dirty="0"/>
          </a:p>
        </p:txBody>
      </p:sp>
      <p:sp>
        <p:nvSpPr>
          <p:cNvPr id="7" name="日付プレースホルダー 6"/>
          <p:cNvSpPr>
            <a:spLocks noGrp="1"/>
          </p:cNvSpPr>
          <p:nvPr>
            <p:ph type="dt" sz="half" idx="10"/>
          </p:nvPr>
        </p:nvSpPr>
        <p:spPr/>
        <p:txBody>
          <a:bodyPr rtlCol="0"/>
          <a:lstStyle/>
          <a:p>
            <a:pPr rtl="0"/>
            <a:fld id="{BA296CEC-F0EC-4499-B406-555829E93D38}" type="datetime4">
              <a:rPr lang="ja-JP" altLang="en-US" smtClean="0"/>
              <a:t>2021年3月4日</a:t>
            </a:fld>
            <a:endParaRPr lang="en-US" dirty="0"/>
          </a:p>
        </p:txBody>
      </p:sp>
      <p:sp>
        <p:nvSpPr>
          <p:cNvPr id="8" name="フッター プレースホルダー 7"/>
          <p:cNvSpPr>
            <a:spLocks noGrp="1"/>
          </p:cNvSpPr>
          <p:nvPr>
            <p:ph type="ftr" sz="quarter" idx="11"/>
          </p:nvPr>
        </p:nvSpPr>
        <p:spPr/>
        <p:txBody>
          <a:bodyPr rtlCol="0"/>
          <a:lstStyle/>
          <a:p>
            <a:pPr rtl="0"/>
            <a:r>
              <a:rPr lang="ja" dirty="0"/>
              <a:t>フッターを追加</a:t>
            </a:r>
            <a:endParaRPr lang="en-US" dirty="0"/>
          </a:p>
        </p:txBody>
      </p:sp>
      <p:sp>
        <p:nvSpPr>
          <p:cNvPr id="9" name="スライド番号プレースホルダー 8"/>
          <p:cNvSpPr>
            <a:spLocks noGrp="1"/>
          </p:cNvSpPr>
          <p:nvPr>
            <p:ph type="sldNum" sz="quarter" idx="12"/>
          </p:nvPr>
        </p:nvSpPr>
        <p:spPr/>
        <p:txBody>
          <a:bodyPr rtlCol="0"/>
          <a:lstStyle/>
          <a:p>
            <a:pPr rtl="0"/>
            <a:fld id="{401CF334-2D5C-4859-84A6-CA7E6E43FAEB}" type="slidenum">
              <a:rPr lang="en-US" smtClean="0"/>
              <a:t>‹#›</a:t>
            </a:fld>
            <a:endParaRPr lang="en-US" dirty="0"/>
          </a:p>
        </p:txBody>
      </p:sp>
    </p:spTree>
    <p:extLst>
      <p:ext uri="{BB962C8B-B14F-4D97-AF65-F5344CB8AC3E}">
        <p14:creationId xmlns:p14="http://schemas.microsoft.com/office/powerpoint/2010/main" val="1250188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0" y="704088"/>
            <a:ext cx="11074400" cy="1143000"/>
          </a:xfrm>
        </p:spPr>
        <p:txBody>
          <a:bodyPr vert="horz" tIns="45720" bIns="0" rtlCol="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eiryo UI" panose="020B0604030504040204" pitchFamily="50" charset="-128"/>
                <a:ea typeface="Meiryo UI" panose="020B0604030504040204" pitchFamily="50" charset="-128"/>
                <a:cs typeface="+mj-cs"/>
              </a:defRPr>
            </a:lvl1pPr>
          </a:lstStyle>
          <a:p>
            <a:pPr rtl="0"/>
            <a:r>
              <a:rPr lang="ja-JP" altLang="en-US" noProof="0" smtClean="0"/>
              <a:t>マスター タイトルの書式設定</a:t>
            </a:r>
            <a:endParaRPr kumimoji="0" lang="ja-JP" altLang="en-US" noProof="0" dirty="0"/>
          </a:p>
        </p:txBody>
      </p:sp>
      <p:sp>
        <p:nvSpPr>
          <p:cNvPr id="3" name="日付プレースホルダー 2"/>
          <p:cNvSpPr>
            <a:spLocks noGrp="1"/>
          </p:cNvSpPr>
          <p:nvPr>
            <p:ph type="dt" sz="half" idx="10"/>
          </p:nvPr>
        </p:nvSpPr>
        <p:spPr/>
        <p:txBody>
          <a:bodyPr rtlCol="0"/>
          <a:lstStyle/>
          <a:p>
            <a:pPr rtl="0"/>
            <a:fld id="{7BC8EE4A-0564-4F19-AF56-1B86A81857A1}" type="datetime4">
              <a:rPr lang="ja-JP" altLang="en-US" smtClean="0"/>
              <a:t>2021年3月4日</a:t>
            </a:fld>
            <a:endParaRPr lang="en-US"/>
          </a:p>
        </p:txBody>
      </p:sp>
      <p:sp>
        <p:nvSpPr>
          <p:cNvPr id="4" name="フッター プレースホルダー 3"/>
          <p:cNvSpPr>
            <a:spLocks noGrp="1"/>
          </p:cNvSpPr>
          <p:nvPr>
            <p:ph type="ftr" sz="quarter" idx="11"/>
          </p:nvPr>
        </p:nvSpPr>
        <p:spPr/>
        <p:txBody>
          <a:bodyPr rtlCol="0"/>
          <a:lstStyle/>
          <a:p>
            <a:pPr rtl="0"/>
            <a:r>
              <a:rPr lang="ja-JP" altLang="en-US" noProof="0" dirty="0"/>
              <a:t>フッターを追加</a:t>
            </a:r>
          </a:p>
        </p:txBody>
      </p:sp>
      <p:sp>
        <p:nvSpPr>
          <p:cNvPr id="5" name="スライド番号プレースホルダー 4"/>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3071814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rtlCol="0"/>
          <a:lstStyle/>
          <a:p>
            <a:pPr rtl="0"/>
            <a:fld id="{AAD0A0B1-5389-4168-8C71-456999E01C6A}" type="datetime4">
              <a:rPr lang="ja-JP" altLang="en-US" smtClean="0"/>
              <a:t>2021年3月4日</a:t>
            </a:fld>
            <a:endParaRPr lang="en-US" dirty="0"/>
          </a:p>
        </p:txBody>
      </p:sp>
      <p:sp>
        <p:nvSpPr>
          <p:cNvPr id="3" name="フッター プレースホルダー 2"/>
          <p:cNvSpPr>
            <a:spLocks noGrp="1"/>
          </p:cNvSpPr>
          <p:nvPr>
            <p:ph type="ftr" sz="quarter" idx="11"/>
          </p:nvPr>
        </p:nvSpPr>
        <p:spPr/>
        <p:txBody>
          <a:bodyPr rtlCol="0"/>
          <a:lstStyle/>
          <a:p>
            <a:pPr rtl="0"/>
            <a:r>
              <a:rPr lang="ja-JP" altLang="en-US" noProof="0" dirty="0"/>
              <a:t>フッターを追加</a:t>
            </a:r>
          </a:p>
        </p:txBody>
      </p:sp>
      <p:sp>
        <p:nvSpPr>
          <p:cNvPr id="4" name="スライド番号プレースホルダー 3"/>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252882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キャプション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914400" y="514352"/>
            <a:ext cx="3657600" cy="1162050"/>
          </a:xfrm>
        </p:spPr>
        <p:txBody>
          <a:bodyPr lIns="0" rtlCol="0" anchor="b">
            <a:noAutofit/>
          </a:bodyPr>
          <a:lstStyle>
            <a:lvl1pPr algn="l" rtl="0">
              <a:spcBef>
                <a:spcPct val="0"/>
              </a:spcBef>
              <a:buNone/>
              <a:defRPr sz="2600" b="0">
                <a:ln>
                  <a:noFill/>
                </a:ln>
                <a:solidFill>
                  <a:schemeClr val="tx2"/>
                </a:solidFill>
                <a:effectLst/>
                <a:latin typeface="Meiryo UI" panose="020B0604030504040204" pitchFamily="50" charset="-128"/>
                <a:ea typeface="Meiryo UI" panose="020B0604030504040204" pitchFamily="50" charset="-128"/>
                <a:cs typeface="+mj-cs"/>
              </a:defRPr>
            </a:lvl1pPr>
          </a:lstStyle>
          <a:p>
            <a:pPr rtl="0"/>
            <a:r>
              <a:rPr lang="ja-JP" altLang="en-US" noProof="0" smtClean="0"/>
              <a:t>マスター タイトルの書式設定</a:t>
            </a:r>
            <a:endParaRPr kumimoji="0" lang="ja-JP" altLang="en-US" noProof="0" dirty="0"/>
          </a:p>
        </p:txBody>
      </p:sp>
      <p:sp>
        <p:nvSpPr>
          <p:cNvPr id="4" name="コンテンツ プレースホルダー 3"/>
          <p:cNvSpPr>
            <a:spLocks noGrp="1"/>
          </p:cNvSpPr>
          <p:nvPr>
            <p:ph sz="half" idx="1"/>
          </p:nvPr>
        </p:nvSpPr>
        <p:spPr>
          <a:xfrm>
            <a:off x="4766733" y="1676400"/>
            <a:ext cx="6815667" cy="4572000"/>
          </a:xfrm>
        </p:spPr>
        <p:txBody>
          <a:bodyPr tIns="0" rtlCol="0"/>
          <a:lstStyle>
            <a:lvl1pPr>
              <a:defRPr sz="2800"/>
            </a:lvl1pPr>
            <a:lvl2pPr>
              <a:defRPr sz="2600"/>
            </a:lvl2pPr>
            <a:lvl3pPr>
              <a:defRPr sz="2400"/>
            </a:lvl3pPr>
            <a:lvl4pPr>
              <a:defRPr sz="2000"/>
            </a:lvl4pPr>
            <a:lvl5pPr>
              <a:defRPr sz="1800"/>
            </a:lvl5pPr>
          </a:lstStyle>
          <a:p>
            <a:pPr lvl="0" rtl="0" eaLnBrk="1" latinLnBrk="0" hangingPunct="1"/>
            <a:r>
              <a:rPr lang="ja-JP" altLang="en-US" noProof="0" smtClean="0"/>
              <a:t>マスター テキストの書式設定</a:t>
            </a:r>
          </a:p>
          <a:p>
            <a:pPr lvl="1" rtl="0" eaLnBrk="1" latinLnBrk="0" hangingPunct="1"/>
            <a:r>
              <a:rPr lang="ja-JP" altLang="en-US" noProof="0" smtClean="0"/>
              <a:t>第 </a:t>
            </a:r>
            <a:r>
              <a:rPr lang="en-US" altLang="ja-JP" noProof="0" smtClean="0"/>
              <a:t>2 </a:t>
            </a:r>
            <a:r>
              <a:rPr lang="ja-JP" altLang="en-US" noProof="0" smtClean="0"/>
              <a:t>レベル</a:t>
            </a:r>
          </a:p>
          <a:p>
            <a:pPr lvl="2" rtl="0" eaLnBrk="1" latinLnBrk="0" hangingPunct="1"/>
            <a:r>
              <a:rPr lang="ja-JP" altLang="en-US" noProof="0" smtClean="0"/>
              <a:t>第 </a:t>
            </a:r>
            <a:r>
              <a:rPr lang="en-US" altLang="ja-JP" noProof="0" smtClean="0"/>
              <a:t>3 </a:t>
            </a:r>
            <a:r>
              <a:rPr lang="ja-JP" altLang="en-US" noProof="0" smtClean="0"/>
              <a:t>レベル</a:t>
            </a:r>
          </a:p>
          <a:p>
            <a:pPr lvl="3" rtl="0" eaLnBrk="1" latinLnBrk="0" hangingPunct="1"/>
            <a:r>
              <a:rPr lang="ja-JP" altLang="en-US" noProof="0" smtClean="0"/>
              <a:t>第 </a:t>
            </a:r>
            <a:r>
              <a:rPr lang="en-US" altLang="ja-JP" noProof="0" smtClean="0"/>
              <a:t>4 </a:t>
            </a:r>
            <a:r>
              <a:rPr lang="ja-JP" altLang="en-US" noProof="0" smtClean="0"/>
              <a:t>レベル</a:t>
            </a:r>
          </a:p>
          <a:p>
            <a:pPr lvl="4" rtl="0" eaLnBrk="1" latinLnBrk="0" hangingPunct="1"/>
            <a:r>
              <a:rPr lang="ja-JP" altLang="en-US" noProof="0" smtClean="0"/>
              <a:t>第 </a:t>
            </a:r>
            <a:r>
              <a:rPr lang="en-US" altLang="ja-JP" noProof="0" smtClean="0"/>
              <a:t>5 </a:t>
            </a:r>
            <a:r>
              <a:rPr lang="ja-JP" altLang="en-US" noProof="0" smtClean="0"/>
              <a:t>レベル</a:t>
            </a:r>
            <a:endParaRPr kumimoji="0" lang="ja-JP" altLang="en-US" noProof="0" dirty="0"/>
          </a:p>
        </p:txBody>
      </p:sp>
      <p:sp>
        <p:nvSpPr>
          <p:cNvPr id="3" name="テキスト プレースホルダー 2"/>
          <p:cNvSpPr>
            <a:spLocks noGrp="1"/>
          </p:cNvSpPr>
          <p:nvPr>
            <p:ph type="body" idx="2"/>
          </p:nvPr>
        </p:nvSpPr>
        <p:spPr>
          <a:xfrm>
            <a:off x="914400" y="1676400"/>
            <a:ext cx="3657600" cy="4572000"/>
          </a:xfrm>
        </p:spPr>
        <p:txBody>
          <a:bodyPr lIns="18288" rIns="18288" rtlCol="0"/>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rtl="0" eaLnBrk="1" latinLnBrk="0" hangingPunct="1"/>
            <a:r>
              <a:rPr lang="ja-JP" altLang="en-US" noProof="0" smtClean="0"/>
              <a:t>マスター テキストの書式設定</a:t>
            </a:r>
          </a:p>
        </p:txBody>
      </p:sp>
      <p:sp>
        <p:nvSpPr>
          <p:cNvPr id="5" name="日付プレースホルダー 4"/>
          <p:cNvSpPr>
            <a:spLocks noGrp="1"/>
          </p:cNvSpPr>
          <p:nvPr>
            <p:ph type="dt" sz="half" idx="10"/>
          </p:nvPr>
        </p:nvSpPr>
        <p:spPr/>
        <p:txBody>
          <a:bodyPr rtlCol="0"/>
          <a:lstStyle/>
          <a:p>
            <a:pPr rtl="0"/>
            <a:fld id="{3DFAF4E1-8E5B-454D-966C-37225B9702A6}" type="datetime4">
              <a:rPr lang="ja-JP" altLang="en-US" smtClean="0"/>
              <a:t>2021年3月4日</a:t>
            </a:fld>
            <a:endParaRPr lang="en-US" dirty="0"/>
          </a:p>
        </p:txBody>
      </p:sp>
      <p:sp>
        <p:nvSpPr>
          <p:cNvPr id="6" name="フッター プレースホルダー 5"/>
          <p:cNvSpPr>
            <a:spLocks noGrp="1"/>
          </p:cNvSpPr>
          <p:nvPr>
            <p:ph type="ftr" sz="quarter" idx="11"/>
          </p:nvPr>
        </p:nvSpPr>
        <p:spPr/>
        <p:txBody>
          <a:bodyPr rtlCol="0"/>
          <a:lstStyle/>
          <a:p>
            <a:pPr rtl="0"/>
            <a:r>
              <a:rPr lang="ja-JP" altLang="en-US" noProof="0" dirty="0"/>
              <a:t>フッターを追加</a:t>
            </a:r>
          </a:p>
        </p:txBody>
      </p:sp>
      <p:sp>
        <p:nvSpPr>
          <p:cNvPr id="7" name="スライド番号プレースホルダー 6"/>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1991926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キャプション付きの画像">
    <p:spTree>
      <p:nvGrpSpPr>
        <p:cNvPr id="1" name=""/>
        <p:cNvGrpSpPr/>
        <p:nvPr/>
      </p:nvGrpSpPr>
      <p:grpSpPr>
        <a:xfrm>
          <a:off x="0" y="0"/>
          <a:ext cx="0" cy="0"/>
          <a:chOff x="0" y="0"/>
          <a:chExt cx="0" cy="0"/>
        </a:xfrm>
      </p:grpSpPr>
      <p:sp>
        <p:nvSpPr>
          <p:cNvPr id="9" name="1 つの角を切り取って丸めた四角形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rtl="0" eaLnBrk="1" latinLnBrk="0" hangingPunct="1"/>
            <a:endParaRPr kumimoji="0" lang="ja-JP" altLang="en-US" sz="1800" noProof="0" dirty="0"/>
          </a:p>
        </p:txBody>
      </p:sp>
      <p:sp>
        <p:nvSpPr>
          <p:cNvPr id="12" name="直角三角形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rtl="0" eaLnBrk="1" latinLnBrk="0" hangingPunct="1"/>
            <a:endParaRPr kumimoji="0" lang="ja-JP" altLang="en-US" sz="1800" noProof="0" dirty="0"/>
          </a:p>
        </p:txBody>
      </p:sp>
      <p:sp>
        <p:nvSpPr>
          <p:cNvPr id="2" name="タイトル 1"/>
          <p:cNvSpPr>
            <a:spLocks noGrp="1"/>
          </p:cNvSpPr>
          <p:nvPr>
            <p:ph type="title"/>
          </p:nvPr>
        </p:nvSpPr>
        <p:spPr>
          <a:xfrm>
            <a:off x="812800" y="1176997"/>
            <a:ext cx="2950464" cy="1582621"/>
          </a:xfrm>
        </p:spPr>
        <p:txBody>
          <a:bodyPr vert="horz" lIns="45720" tIns="45720" rIns="45720" bIns="45720" rtlCol="0" anchor="b"/>
          <a:lstStyle>
            <a:lvl1pPr algn="l">
              <a:buNone/>
              <a:defRPr sz="2000" b="1">
                <a:solidFill>
                  <a:schemeClr val="tx2"/>
                </a:solidFill>
              </a:defRPr>
            </a:lvl1pPr>
          </a:lstStyle>
          <a:p>
            <a:pPr rtl="0"/>
            <a:r>
              <a:rPr lang="ja-JP" altLang="en-US" noProof="0" smtClean="0"/>
              <a:t>マスター タイトルの書式設定</a:t>
            </a:r>
            <a:endParaRPr kumimoji="0" lang="ja-JP" altLang="en-US" noProof="0" dirty="0"/>
          </a:p>
        </p:txBody>
      </p:sp>
      <p:sp>
        <p:nvSpPr>
          <p:cNvPr id="3" name="図プレースホルダー 2" descr="画像を追加する空のプレースホルダー。プレースホルダーをクリックし、追加する画像を選択します"/>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rtlCol="0"/>
          <a:lstStyle>
            <a:lvl1pPr marL="0" indent="0">
              <a:buNone/>
              <a:defRPr sz="3200"/>
            </a:lvl1pPr>
          </a:lstStyle>
          <a:p>
            <a:pPr rtl="0"/>
            <a:r>
              <a:rPr lang="ja-JP" altLang="en-US" noProof="0" smtClean="0"/>
              <a:t>図を追加</a:t>
            </a:r>
            <a:endParaRPr kumimoji="0" lang="ja-JP" altLang="en-US" noProof="0" dirty="0"/>
          </a:p>
        </p:txBody>
      </p:sp>
      <p:sp>
        <p:nvSpPr>
          <p:cNvPr id="4" name="テキスト プレースホルダー 3"/>
          <p:cNvSpPr>
            <a:spLocks noGrp="1"/>
          </p:cNvSpPr>
          <p:nvPr>
            <p:ph type="body" sz="half" idx="2"/>
          </p:nvPr>
        </p:nvSpPr>
        <p:spPr>
          <a:xfrm>
            <a:off x="812800" y="2828785"/>
            <a:ext cx="2946400" cy="2179320"/>
          </a:xfrm>
        </p:spPr>
        <p:txBody>
          <a:bodyPr lIns="64008" rIns="45720" bIns="45720" rtlCol="0" anchor="t"/>
          <a:lstStyle>
            <a:lvl1pPr marL="0" indent="0" algn="l">
              <a:spcBef>
                <a:spcPts val="250"/>
              </a:spcBef>
              <a:buFontTx/>
              <a:buNone/>
              <a:defRPr sz="1300"/>
            </a:lvl1pPr>
            <a:lvl2pPr>
              <a:defRPr sz="1200"/>
            </a:lvl2pPr>
            <a:lvl3pPr>
              <a:defRPr sz="1000"/>
            </a:lvl3pPr>
            <a:lvl4pPr>
              <a:defRPr sz="900"/>
            </a:lvl4pPr>
            <a:lvl5pPr>
              <a:defRPr sz="900"/>
            </a:lvl5pPr>
          </a:lstStyle>
          <a:p>
            <a:pPr lvl="0" rtl="0" eaLnBrk="1" latinLnBrk="0" hangingPunct="1"/>
            <a:r>
              <a:rPr lang="ja-JP" altLang="en-US" noProof="0" smtClean="0"/>
              <a:t>マスター テキストの書式設定</a:t>
            </a:r>
          </a:p>
        </p:txBody>
      </p:sp>
      <p:sp>
        <p:nvSpPr>
          <p:cNvPr id="5" name="日付プレースホルダー 4"/>
          <p:cNvSpPr>
            <a:spLocks noGrp="1"/>
          </p:cNvSpPr>
          <p:nvPr>
            <p:ph type="dt" sz="half" idx="10"/>
          </p:nvPr>
        </p:nvSpPr>
        <p:spPr/>
        <p:txBody>
          <a:bodyPr rtlCol="0"/>
          <a:lstStyle/>
          <a:p>
            <a:pPr rtl="0"/>
            <a:fld id="{3BA228A8-1DDA-4C9E-B7BB-B3D4A4576159}" type="datetime4">
              <a:rPr lang="ja-JP" altLang="en-US" smtClean="0"/>
              <a:t>2021年3月4日</a:t>
            </a:fld>
            <a:endParaRPr lang="en-US"/>
          </a:p>
        </p:txBody>
      </p:sp>
      <p:sp>
        <p:nvSpPr>
          <p:cNvPr id="6" name="フッター プレースホルダー 5"/>
          <p:cNvSpPr>
            <a:spLocks noGrp="1"/>
          </p:cNvSpPr>
          <p:nvPr>
            <p:ph type="ftr" sz="quarter" idx="11"/>
          </p:nvPr>
        </p:nvSpPr>
        <p:spPr/>
        <p:txBody>
          <a:bodyPr rtlCol="0"/>
          <a:lstStyle/>
          <a:p>
            <a:pPr rtl="0"/>
            <a:r>
              <a:rPr lang="ja-JP" altLang="en-US" noProof="0" dirty="0"/>
              <a:t>フッターを追加</a:t>
            </a:r>
          </a:p>
        </p:txBody>
      </p:sp>
      <p:sp>
        <p:nvSpPr>
          <p:cNvPr id="7" name="スライド番号プレースホルダー 6"/>
          <p:cNvSpPr>
            <a:spLocks noGrp="1"/>
          </p:cNvSpPr>
          <p:nvPr>
            <p:ph type="sldNum" sz="quarter" idx="12"/>
          </p:nvPr>
        </p:nvSpPr>
        <p:spPr>
          <a:xfrm>
            <a:off x="10769600" y="6356351"/>
            <a:ext cx="812800" cy="365125"/>
          </a:xfrm>
        </p:spPr>
        <p:txBody>
          <a:bodyPr rtlCol="0"/>
          <a:lstStyle/>
          <a:p>
            <a:pPr rtl="0"/>
            <a:fld id="{401CF334-2D5C-4859-84A6-CA7E6E43FAEB}" type="slidenum">
              <a:rPr lang="en-US" altLang="ja-JP" noProof="0" smtClean="0"/>
              <a:t>‹#›</a:t>
            </a:fld>
            <a:endParaRPr lang="ja-JP" altLang="en-US" noProof="0" dirty="0"/>
          </a:p>
        </p:txBody>
      </p:sp>
      <p:sp>
        <p:nvSpPr>
          <p:cNvPr id="10" name="フリーフォーム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rtlCol="0" anchor="t" compatLnSpc="1"/>
          <a:lstStyle/>
          <a:p>
            <a:pPr marL="0" algn="l" rtl="0" eaLnBrk="1" latinLnBrk="0" hangingPunct="1"/>
            <a:endParaRPr kumimoji="0" lang="ja-JP" altLang="en-US" sz="1800" noProof="0" dirty="0">
              <a:solidFill>
                <a:schemeClr val="tx1"/>
              </a:solidFill>
              <a:latin typeface="+mn-lt"/>
              <a:ea typeface="+mn-ea"/>
              <a:cs typeface="+mn-cs"/>
            </a:endParaRPr>
          </a:p>
        </p:txBody>
      </p:sp>
      <p:sp>
        <p:nvSpPr>
          <p:cNvPr id="11" name="フリーフォーム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rtlCol="0" anchor="t" compatLnSpc="1"/>
          <a:lstStyle/>
          <a:p>
            <a:pPr marL="0" algn="l" rtl="0" eaLnBrk="1" latinLnBrk="0" hangingPunct="1"/>
            <a:endParaRPr kumimoji="0" lang="ja-JP" altLang="en-US" sz="1800" noProof="0" dirty="0">
              <a:solidFill>
                <a:schemeClr val="tx1"/>
              </a:solidFill>
              <a:latin typeface="+mn-lt"/>
              <a:ea typeface="+mn-ea"/>
              <a:cs typeface="+mn-cs"/>
            </a:endParaRPr>
          </a:p>
        </p:txBody>
      </p:sp>
    </p:spTree>
    <p:extLst>
      <p:ext uri="{BB962C8B-B14F-4D97-AF65-F5344CB8AC3E}">
        <p14:creationId xmlns:p14="http://schemas.microsoft.com/office/powerpoint/2010/main" val="2519624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rtlCol="0"/>
          <a:lstStyle/>
          <a:p>
            <a:pPr rtl="0"/>
            <a:r>
              <a:rPr lang="ja-JP" altLang="en-US" noProof="0" smtClean="0"/>
              <a:t>マスター タイトルの書式設定</a:t>
            </a:r>
            <a:endParaRPr kumimoji="0" lang="ja-JP" altLang="en-US" noProof="0" dirty="0"/>
          </a:p>
        </p:txBody>
      </p:sp>
      <p:sp>
        <p:nvSpPr>
          <p:cNvPr id="3" name="縦書きテキスト プレースホルダー 2"/>
          <p:cNvSpPr>
            <a:spLocks noGrp="1"/>
          </p:cNvSpPr>
          <p:nvPr>
            <p:ph type="body" orient="vert" idx="1" hasCustomPrompt="1"/>
          </p:nvPr>
        </p:nvSpPr>
        <p:spPr/>
        <p:txBody>
          <a:bodyPr vert="eaVert" rtlCol="0"/>
          <a:lstStyle/>
          <a:p>
            <a:pPr lvl="0" rtl="0" eaLnBrk="1" latinLnBrk="0" hangingPunct="1"/>
            <a:r>
              <a:rPr lang="ja-JP" altLang="en-US" noProof="0" dirty="0"/>
              <a:t>クリックしてマスター テキストのスタイルを編集</a:t>
            </a:r>
          </a:p>
          <a:p>
            <a:pPr lvl="1"/>
            <a:r>
              <a:rPr kumimoji="1" lang="ja-JP" altLang="en-US" noProof="0" dirty="0" smtClean="0"/>
              <a:t>第 </a:t>
            </a:r>
            <a:r>
              <a:rPr kumimoji="1" lang="en-US" altLang="ja-JP" noProof="0" dirty="0" smtClean="0"/>
              <a:t>2 </a:t>
            </a:r>
            <a:r>
              <a:rPr kumimoji="1" lang="ja-JP" altLang="en-US" noProof="0" dirty="0" smtClean="0"/>
              <a:t>レベル</a:t>
            </a:r>
          </a:p>
          <a:p>
            <a:pPr lvl="2"/>
            <a:r>
              <a:rPr kumimoji="1" lang="ja-JP" altLang="en-US" noProof="0" dirty="0" smtClean="0"/>
              <a:t>第 </a:t>
            </a:r>
            <a:r>
              <a:rPr kumimoji="1" lang="en-US" altLang="ja-JP" noProof="0" dirty="0" smtClean="0"/>
              <a:t>3 </a:t>
            </a:r>
            <a:r>
              <a:rPr kumimoji="1" lang="ja-JP" altLang="en-US" noProof="0" dirty="0" smtClean="0"/>
              <a:t>レベル</a:t>
            </a:r>
          </a:p>
          <a:p>
            <a:pPr lvl="3"/>
            <a:r>
              <a:rPr kumimoji="1" lang="ja-JP" altLang="en-US" noProof="0" dirty="0" smtClean="0"/>
              <a:t>第 </a:t>
            </a:r>
            <a:r>
              <a:rPr kumimoji="1" lang="en-US" altLang="ja-JP" noProof="0" dirty="0" smtClean="0"/>
              <a:t>4 </a:t>
            </a:r>
            <a:r>
              <a:rPr kumimoji="1" lang="ja-JP" altLang="en-US" noProof="0" dirty="0" smtClean="0"/>
              <a:t>レベル</a:t>
            </a:r>
          </a:p>
          <a:p>
            <a:pPr lvl="4"/>
            <a:r>
              <a:rPr kumimoji="1" lang="ja-JP" altLang="en-US" noProof="0" dirty="0" smtClean="0"/>
              <a:t>第 </a:t>
            </a:r>
            <a:r>
              <a:rPr kumimoji="1" lang="en-US" altLang="ja-JP" noProof="0" dirty="0" smtClean="0"/>
              <a:t>5 </a:t>
            </a:r>
            <a:r>
              <a:rPr kumimoji="1" lang="ja-JP" altLang="en-US" noProof="0" dirty="0" smtClean="0"/>
              <a:t>レベル</a:t>
            </a:r>
            <a:endParaRPr kumimoji="1" lang="ja-JP" altLang="en-US" noProof="0" dirty="0"/>
          </a:p>
        </p:txBody>
      </p:sp>
      <p:sp>
        <p:nvSpPr>
          <p:cNvPr id="4" name="日付プレースホルダー 3"/>
          <p:cNvSpPr>
            <a:spLocks noGrp="1"/>
          </p:cNvSpPr>
          <p:nvPr>
            <p:ph type="dt" sz="half" idx="10"/>
          </p:nvPr>
        </p:nvSpPr>
        <p:spPr/>
        <p:txBody>
          <a:bodyPr rtlCol="0"/>
          <a:lstStyle/>
          <a:p>
            <a:pPr rtl="0"/>
            <a:fld id="{0189D195-22A8-4E03-A4C1-FF558F7B427F}" type="datetime4">
              <a:rPr lang="ja-JP" altLang="en-US" smtClean="0"/>
              <a:t>2021年3月4日</a:t>
            </a:fld>
            <a:endParaRPr lang="en-US" dirty="0"/>
          </a:p>
        </p:txBody>
      </p:sp>
      <p:sp>
        <p:nvSpPr>
          <p:cNvPr id="5" name="フッター プレースホルダー 4"/>
          <p:cNvSpPr>
            <a:spLocks noGrp="1"/>
          </p:cNvSpPr>
          <p:nvPr>
            <p:ph type="ftr" sz="quarter" idx="11"/>
          </p:nvPr>
        </p:nvSpPr>
        <p:spPr/>
        <p:txBody>
          <a:bodyPr rtlCol="0"/>
          <a:lstStyle/>
          <a:p>
            <a:pPr rtl="0"/>
            <a:r>
              <a:rPr lang="ja-JP" altLang="en-US" noProof="0" dirty="0"/>
              <a:t>フッターを追加</a:t>
            </a:r>
          </a:p>
        </p:txBody>
      </p:sp>
      <p:sp>
        <p:nvSpPr>
          <p:cNvPr id="6" name="スライド番号プレースホルダー 5"/>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877777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839200" y="914402"/>
            <a:ext cx="2743200" cy="5211763"/>
          </a:xfrm>
        </p:spPr>
        <p:txBody>
          <a:bodyPr vert="eaVert" rtlCol="0"/>
          <a:lstStyle/>
          <a:p>
            <a:pPr rtl="0"/>
            <a:r>
              <a:rPr lang="ja-JP" altLang="en-US" noProof="0" smtClean="0"/>
              <a:t>マスター タイトルの書式設定</a:t>
            </a:r>
            <a:endParaRPr kumimoji="0" lang="ja-JP" altLang="en-US" noProof="0" dirty="0"/>
          </a:p>
        </p:txBody>
      </p:sp>
      <p:sp>
        <p:nvSpPr>
          <p:cNvPr id="3" name="縦書きテキスト プレースホルダー 2"/>
          <p:cNvSpPr>
            <a:spLocks noGrp="1"/>
          </p:cNvSpPr>
          <p:nvPr>
            <p:ph type="body" orient="vert" idx="1" hasCustomPrompt="1"/>
          </p:nvPr>
        </p:nvSpPr>
        <p:spPr>
          <a:xfrm>
            <a:off x="609600" y="914402"/>
            <a:ext cx="8026400" cy="5211763"/>
          </a:xfrm>
        </p:spPr>
        <p:txBody>
          <a:bodyPr vert="eaVert" rtlCol="0"/>
          <a:lstStyle/>
          <a:p>
            <a:pPr lvl="0" rtl="0" eaLnBrk="1" latinLnBrk="0" hangingPunct="1"/>
            <a:r>
              <a:rPr lang="ja-JP" altLang="en-US" noProof="0" dirty="0"/>
              <a:t>クリックしてマスター テキストのスタイルを編集</a:t>
            </a:r>
          </a:p>
          <a:p>
            <a:pPr lvl="1"/>
            <a:r>
              <a:rPr kumimoji="1" lang="ja-JP" altLang="en-US" noProof="0" dirty="0" smtClean="0"/>
              <a:t>第 </a:t>
            </a:r>
            <a:r>
              <a:rPr kumimoji="1" lang="en-US" altLang="ja-JP" noProof="0" dirty="0" smtClean="0"/>
              <a:t>2 </a:t>
            </a:r>
            <a:r>
              <a:rPr kumimoji="1" lang="ja-JP" altLang="en-US" noProof="0" dirty="0" smtClean="0"/>
              <a:t>レベル</a:t>
            </a:r>
          </a:p>
          <a:p>
            <a:pPr lvl="2"/>
            <a:r>
              <a:rPr kumimoji="1" lang="ja-JP" altLang="en-US" noProof="0" dirty="0" smtClean="0"/>
              <a:t>第 </a:t>
            </a:r>
            <a:r>
              <a:rPr kumimoji="1" lang="en-US" altLang="ja-JP" noProof="0" dirty="0" smtClean="0"/>
              <a:t>3 </a:t>
            </a:r>
            <a:r>
              <a:rPr kumimoji="1" lang="ja-JP" altLang="en-US" noProof="0" dirty="0" smtClean="0"/>
              <a:t>レベル</a:t>
            </a:r>
          </a:p>
          <a:p>
            <a:pPr lvl="3"/>
            <a:r>
              <a:rPr kumimoji="1" lang="ja-JP" altLang="en-US" noProof="0" dirty="0" smtClean="0"/>
              <a:t>第 </a:t>
            </a:r>
            <a:r>
              <a:rPr kumimoji="1" lang="en-US" altLang="ja-JP" noProof="0" dirty="0" smtClean="0"/>
              <a:t>4 </a:t>
            </a:r>
            <a:r>
              <a:rPr kumimoji="1" lang="ja-JP" altLang="en-US" noProof="0" dirty="0" smtClean="0"/>
              <a:t>レベル</a:t>
            </a:r>
          </a:p>
          <a:p>
            <a:pPr lvl="4"/>
            <a:r>
              <a:rPr kumimoji="1" lang="ja-JP" altLang="en-US" noProof="0" dirty="0" smtClean="0"/>
              <a:t>第 </a:t>
            </a:r>
            <a:r>
              <a:rPr kumimoji="1" lang="en-US" altLang="ja-JP" noProof="0" dirty="0" smtClean="0"/>
              <a:t>5 </a:t>
            </a:r>
            <a:r>
              <a:rPr kumimoji="1" lang="ja-JP" altLang="en-US" noProof="0" dirty="0" smtClean="0"/>
              <a:t>レベル</a:t>
            </a:r>
            <a:endParaRPr kumimoji="1" lang="ja-JP" altLang="en-US" noProof="0" dirty="0"/>
          </a:p>
        </p:txBody>
      </p:sp>
      <p:sp>
        <p:nvSpPr>
          <p:cNvPr id="4" name="日付プレースホルダー 3"/>
          <p:cNvSpPr>
            <a:spLocks noGrp="1"/>
          </p:cNvSpPr>
          <p:nvPr>
            <p:ph type="dt" sz="half" idx="10"/>
          </p:nvPr>
        </p:nvSpPr>
        <p:spPr/>
        <p:txBody>
          <a:bodyPr rtlCol="0"/>
          <a:lstStyle/>
          <a:p>
            <a:pPr rtl="0"/>
            <a:fld id="{A59B777F-2BA6-42C0-83EF-2CC97DD0D6E7}" type="datetime4">
              <a:rPr lang="ja-JP" altLang="en-US" smtClean="0"/>
              <a:t>2021年3月4日</a:t>
            </a:fld>
            <a:endParaRPr lang="en-US" dirty="0"/>
          </a:p>
        </p:txBody>
      </p:sp>
      <p:sp>
        <p:nvSpPr>
          <p:cNvPr id="5" name="フッター プレースホルダー 4"/>
          <p:cNvSpPr>
            <a:spLocks noGrp="1"/>
          </p:cNvSpPr>
          <p:nvPr>
            <p:ph type="ftr" sz="quarter" idx="11"/>
          </p:nvPr>
        </p:nvSpPr>
        <p:spPr/>
        <p:txBody>
          <a:bodyPr rtlCol="0"/>
          <a:lstStyle/>
          <a:p>
            <a:pPr rtl="0"/>
            <a:r>
              <a:rPr lang="ja-JP" altLang="en-US" noProof="0" dirty="0"/>
              <a:t>フッターを追加</a:t>
            </a:r>
          </a:p>
        </p:txBody>
      </p:sp>
      <p:sp>
        <p:nvSpPr>
          <p:cNvPr id="6" name="スライド番号プレースホルダー 5"/>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3369754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25" name="グループ 24"/>
          <p:cNvGrpSpPr/>
          <p:nvPr/>
        </p:nvGrpSpPr>
        <p:grpSpPr>
          <a:xfrm>
            <a:off x="-29028" y="-7144"/>
            <a:ext cx="12240731" cy="6879658"/>
            <a:chOff x="0" y="-21658"/>
            <a:chExt cx="12240731" cy="6879658"/>
          </a:xfrm>
        </p:grpSpPr>
        <p:sp>
          <p:nvSpPr>
            <p:cNvPr id="26" name="長方形 25"/>
            <p:cNvSpPr/>
            <p:nvPr/>
          </p:nvSpPr>
          <p:spPr>
            <a:xfrm>
              <a:off x="31633"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noProof="0" dirty="0"/>
            </a:p>
          </p:txBody>
        </p:sp>
        <p:grpSp>
          <p:nvGrpSpPr>
            <p:cNvPr id="27" name="グループ 26"/>
            <p:cNvGrpSpPr/>
            <p:nvPr/>
          </p:nvGrpSpPr>
          <p:grpSpPr>
            <a:xfrm>
              <a:off x="0" y="-21658"/>
              <a:ext cx="12240731" cy="1041400"/>
              <a:chOff x="-25356" y="-7144"/>
              <a:chExt cx="12240731" cy="1041400"/>
            </a:xfrm>
          </p:grpSpPr>
          <p:sp>
            <p:nvSpPr>
              <p:cNvPr id="28" name="フリーフォーム 27"/>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rtlCol="0" anchor="t" compatLnSpc="1"/>
              <a:lstStyle/>
              <a:p>
                <a:pPr marL="0" algn="l" rtl="0" eaLnBrk="1" latinLnBrk="0" hangingPunct="1"/>
                <a:endParaRPr kumimoji="0" lang="ja-JP" altLang="en-US" sz="1800" noProof="0" dirty="0">
                  <a:solidFill>
                    <a:schemeClr val="tx1"/>
                  </a:solidFill>
                  <a:latin typeface="+mn-lt"/>
                  <a:ea typeface="+mn-ea"/>
                  <a:cs typeface="+mn-cs"/>
                </a:endParaRPr>
              </a:p>
            </p:txBody>
          </p:sp>
          <p:sp>
            <p:nvSpPr>
              <p:cNvPr id="29" name="フリーフォーム 28"/>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rtlCol="0" anchor="t" compatLnSpc="1"/>
              <a:lstStyle/>
              <a:p>
                <a:pPr marL="0" algn="l" rtl="0" eaLnBrk="1" latinLnBrk="0" hangingPunct="1"/>
                <a:endParaRPr kumimoji="0" lang="ja-JP" altLang="en-US" sz="1800" noProof="0" dirty="0">
                  <a:solidFill>
                    <a:schemeClr val="tx1"/>
                  </a:solidFill>
                  <a:latin typeface="+mn-lt"/>
                  <a:ea typeface="+mn-ea"/>
                  <a:cs typeface="+mn-cs"/>
                </a:endParaRPr>
              </a:p>
            </p:txBody>
          </p:sp>
          <p:grpSp>
            <p:nvGrpSpPr>
              <p:cNvPr id="31" name="グループ 30"/>
              <p:cNvGrpSpPr/>
              <p:nvPr/>
            </p:nvGrpSpPr>
            <p:grpSpPr>
              <a:xfrm>
                <a:off x="-25356" y="202408"/>
                <a:ext cx="12240731" cy="649224"/>
                <a:chOff x="-19045" y="216550"/>
                <a:chExt cx="9180548" cy="649224"/>
              </a:xfrm>
            </p:grpSpPr>
            <p:sp>
              <p:nvSpPr>
                <p:cNvPr id="32" name="フリーフォーム 3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rtlCol="0" anchor="t" compatLnSpc="1"/>
                <a:lstStyle/>
                <a:p>
                  <a:pPr rtl="0"/>
                  <a:endParaRPr kumimoji="0" lang="ja-JP" altLang="en-US" sz="1800" noProof="0" dirty="0"/>
                </a:p>
              </p:txBody>
            </p:sp>
            <p:sp>
              <p:nvSpPr>
                <p:cNvPr id="33" name="フリーフォーム 3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rtlCol="0" anchor="t" compatLnSpc="1"/>
                <a:lstStyle/>
                <a:p>
                  <a:pPr rtl="0"/>
                  <a:endParaRPr kumimoji="0" lang="ja-JP" altLang="en-US" sz="1800" noProof="0" dirty="0"/>
                </a:p>
              </p:txBody>
            </p:sp>
          </p:grpSp>
        </p:grpSp>
      </p:grpSp>
      <p:sp>
        <p:nvSpPr>
          <p:cNvPr id="9" name="タイトル プレースホルダー 8"/>
          <p:cNvSpPr>
            <a:spLocks noGrp="1"/>
          </p:cNvSpPr>
          <p:nvPr>
            <p:ph type="title"/>
          </p:nvPr>
        </p:nvSpPr>
        <p:spPr>
          <a:xfrm>
            <a:off x="609600" y="704088"/>
            <a:ext cx="10972800" cy="1143000"/>
          </a:xfrm>
          <a:prstGeom prst="rect">
            <a:avLst/>
          </a:prstGeom>
        </p:spPr>
        <p:txBody>
          <a:bodyPr vert="horz" lIns="0" rIns="0" bIns="0" rtlCol="0" anchor="b">
            <a:normAutofit/>
          </a:bodyPr>
          <a:lstStyle/>
          <a:p>
            <a:pPr rtl="0"/>
            <a:r>
              <a:rPr lang="ja-JP" altLang="en-US" noProof="0" dirty="0"/>
              <a:t>クリックしてマスター タイトルのスタイルを編集</a:t>
            </a:r>
            <a:endParaRPr kumimoji="0" lang="ja-JP" altLang="en-US" noProof="0" dirty="0"/>
          </a:p>
        </p:txBody>
      </p:sp>
      <p:sp>
        <p:nvSpPr>
          <p:cNvPr id="30" name="テキスト プレースホルダー 29"/>
          <p:cNvSpPr>
            <a:spLocks noGrp="1"/>
          </p:cNvSpPr>
          <p:nvPr>
            <p:ph type="body" idx="1"/>
          </p:nvPr>
        </p:nvSpPr>
        <p:spPr>
          <a:xfrm>
            <a:off x="609600" y="1935480"/>
            <a:ext cx="10972800" cy="4343400"/>
          </a:xfrm>
          <a:prstGeom prst="rect">
            <a:avLst/>
          </a:prstGeom>
        </p:spPr>
        <p:txBody>
          <a:bodyPr vert="horz" rtlCol="0">
            <a:normAutofit/>
          </a:bodyPr>
          <a:lstStyle/>
          <a:p>
            <a:pPr lvl="0" rtl="0" eaLnBrk="1" latinLnBrk="0" hangingPunct="1"/>
            <a:r>
              <a:rPr lang="ja-JP" altLang="en-US" noProof="0" dirty="0" smtClean="0"/>
              <a:t>クリックしてマスター テキストのスタイルを編集</a:t>
            </a:r>
          </a:p>
          <a:p>
            <a:pPr lvl="1" rtl="0" eaLnBrk="1" latinLnBrk="0" hangingPunct="1"/>
            <a:r>
              <a:rPr lang="ja-JP" altLang="en-US" noProof="0" dirty="0" smtClean="0"/>
              <a:t>第 </a:t>
            </a:r>
            <a:r>
              <a:rPr lang="en-US" altLang="ja-JP" noProof="0" dirty="0" smtClean="0"/>
              <a:t>2 </a:t>
            </a:r>
            <a:r>
              <a:rPr lang="ja-JP" altLang="en-US" noProof="0" dirty="0" smtClean="0"/>
              <a:t>レベル</a:t>
            </a:r>
          </a:p>
          <a:p>
            <a:pPr lvl="2" rtl="0" eaLnBrk="1" latinLnBrk="0" hangingPunct="1"/>
            <a:r>
              <a:rPr lang="ja-JP" altLang="en-US" noProof="0" dirty="0" smtClean="0"/>
              <a:t>第 </a:t>
            </a:r>
            <a:r>
              <a:rPr lang="en-US" altLang="ja-JP" noProof="0" dirty="0" smtClean="0"/>
              <a:t>3 </a:t>
            </a:r>
            <a:r>
              <a:rPr lang="ja-JP" altLang="en-US" noProof="0" dirty="0" smtClean="0"/>
              <a:t>レベル</a:t>
            </a:r>
          </a:p>
          <a:p>
            <a:pPr lvl="3" rtl="0" eaLnBrk="1" latinLnBrk="0" hangingPunct="1"/>
            <a:r>
              <a:rPr lang="ja-JP" altLang="en-US" noProof="0" dirty="0" smtClean="0"/>
              <a:t>第 </a:t>
            </a:r>
            <a:r>
              <a:rPr lang="en-US" altLang="ja-JP" noProof="0" dirty="0" smtClean="0"/>
              <a:t>4 </a:t>
            </a:r>
            <a:r>
              <a:rPr lang="ja-JP" altLang="en-US" noProof="0" dirty="0" smtClean="0"/>
              <a:t>レベル</a:t>
            </a:r>
          </a:p>
          <a:p>
            <a:pPr lvl="4" rtl="0" eaLnBrk="1" latinLnBrk="0" hangingPunct="1"/>
            <a:r>
              <a:rPr lang="ja-JP" altLang="en-US" noProof="0" dirty="0" smtClean="0"/>
              <a:t>第 </a:t>
            </a:r>
            <a:r>
              <a:rPr lang="en-US" altLang="ja-JP" noProof="0" dirty="0" smtClean="0"/>
              <a:t>5 </a:t>
            </a:r>
            <a:r>
              <a:rPr lang="ja-JP" altLang="en-US" noProof="0" dirty="0" smtClean="0"/>
              <a:t>レベル</a:t>
            </a:r>
            <a:endParaRPr lang="ja-JP" altLang="en-US" noProof="0" dirty="0"/>
          </a:p>
        </p:txBody>
      </p:sp>
      <p:sp>
        <p:nvSpPr>
          <p:cNvPr id="10" name="日付プレースホルダー 9"/>
          <p:cNvSpPr>
            <a:spLocks noGrp="1"/>
          </p:cNvSpPr>
          <p:nvPr>
            <p:ph type="dt" sz="half" idx="2"/>
          </p:nvPr>
        </p:nvSpPr>
        <p:spPr>
          <a:xfrm>
            <a:off x="609600" y="6356351"/>
            <a:ext cx="2844800" cy="365125"/>
          </a:xfrm>
          <a:prstGeom prst="rect">
            <a:avLst/>
          </a:prstGeom>
        </p:spPr>
        <p:txBody>
          <a:bodyPr vert="horz" lIns="0" tIns="0" rIns="0" bIns="0" rtlCol="0" anchor="b"/>
          <a:lstStyle>
            <a:lvl1pPr algn="l" eaLnBrk="1" latinLnBrk="0" hangingPunct="1">
              <a:defRPr kumimoji="0" sz="1100">
                <a:solidFill>
                  <a:schemeClr val="tx1"/>
                </a:solidFill>
                <a:latin typeface="ＭＳ 明朝" panose="02020609040205080304" pitchFamily="17" charset="-128"/>
                <a:ea typeface="ＭＳ 明朝" panose="02020609040205080304" pitchFamily="17" charset="-128"/>
              </a:defRPr>
            </a:lvl1pPr>
          </a:lstStyle>
          <a:p>
            <a:fld id="{196E8732-2B4B-4F0A-8362-53F7A7DF2931}" type="datetime4">
              <a:rPr lang="ja-JP" altLang="en-US" smtClean="0"/>
              <a:t>2021年3月4日</a:t>
            </a:fld>
            <a:endParaRPr lang="en-US" dirty="0"/>
          </a:p>
        </p:txBody>
      </p:sp>
      <p:sp>
        <p:nvSpPr>
          <p:cNvPr id="22" name="フッター プレースホルダー 21"/>
          <p:cNvSpPr>
            <a:spLocks noGrp="1"/>
          </p:cNvSpPr>
          <p:nvPr>
            <p:ph type="ftr" sz="quarter" idx="3"/>
          </p:nvPr>
        </p:nvSpPr>
        <p:spPr>
          <a:xfrm>
            <a:off x="3556000" y="6356351"/>
            <a:ext cx="4470400" cy="365125"/>
          </a:xfrm>
          <a:prstGeom prst="rect">
            <a:avLst/>
          </a:prstGeom>
        </p:spPr>
        <p:txBody>
          <a:bodyPr vert="horz" lIns="0" tIns="0" rIns="0" bIns="0" rtlCol="0" anchor="b"/>
          <a:lstStyle>
            <a:lvl1pPr algn="l" eaLnBrk="1" latinLnBrk="0" hangingPunct="1">
              <a:defRPr kumimoji="0" sz="1100">
                <a:solidFill>
                  <a:schemeClr val="tx1"/>
                </a:solidFill>
                <a:latin typeface="ＭＳ 明朝" panose="02020609040205080304" pitchFamily="17" charset="-128"/>
                <a:ea typeface="ＭＳ 明朝" panose="02020609040205080304" pitchFamily="17" charset="-128"/>
              </a:defRPr>
            </a:lvl1pPr>
          </a:lstStyle>
          <a:p>
            <a:r>
              <a:rPr lang="ja-JP" altLang="en-US" noProof="0" dirty="0" smtClean="0"/>
              <a:t>フッターを追加</a:t>
            </a:r>
            <a:endParaRPr lang="ja-JP" altLang="en-US" noProof="0" dirty="0"/>
          </a:p>
        </p:txBody>
      </p:sp>
      <p:sp>
        <p:nvSpPr>
          <p:cNvPr id="18" name="スライド番号プレースホルダー 17"/>
          <p:cNvSpPr>
            <a:spLocks noGrp="1"/>
          </p:cNvSpPr>
          <p:nvPr>
            <p:ph type="sldNum" sz="quarter" idx="4"/>
          </p:nvPr>
        </p:nvSpPr>
        <p:spPr>
          <a:xfrm>
            <a:off x="10566400" y="6356351"/>
            <a:ext cx="1016000" cy="365125"/>
          </a:xfrm>
          <a:prstGeom prst="rect">
            <a:avLst/>
          </a:prstGeom>
        </p:spPr>
        <p:txBody>
          <a:bodyPr vert="horz" lIns="0" tIns="0" rIns="0" bIns="0" rtlCol="0" anchor="b"/>
          <a:lstStyle>
            <a:lvl1pPr algn="r" eaLnBrk="1" latinLnBrk="0" hangingPunct="1">
              <a:defRPr kumimoji="0" sz="1100">
                <a:solidFill>
                  <a:schemeClr val="tx1"/>
                </a:solidFill>
                <a:latin typeface="ＭＳ 明朝" panose="02020609040205080304" pitchFamily="17" charset="-128"/>
                <a:ea typeface="ＭＳ 明朝" panose="02020609040205080304" pitchFamily="17" charset="-128"/>
              </a:defRPr>
            </a:lvl1pPr>
          </a:lstStyle>
          <a:p>
            <a:fld id="{401CF334-2D5C-4859-84A6-CA7E6E43FAEB}" type="slidenum">
              <a:rPr lang="en-US" altLang="ja-JP" noProof="0" smtClean="0"/>
              <a:pPr/>
              <a:t>‹#›</a:t>
            </a:fld>
            <a:endParaRPr lang="ja-JP" altLang="en-US" noProof="0" dirty="0"/>
          </a:p>
        </p:txBody>
      </p:sp>
    </p:spTree>
    <p:extLst>
      <p:ext uri="{BB962C8B-B14F-4D97-AF65-F5344CB8AC3E}">
        <p14:creationId xmlns:p14="http://schemas.microsoft.com/office/powerpoint/2010/main" val="9428528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rtl="0" eaLnBrk="1" latinLnBrk="0" hangingPunct="1">
        <a:lnSpc>
          <a:spcPct val="80000"/>
        </a:lnSpc>
        <a:spcBef>
          <a:spcPct val="0"/>
        </a:spcBef>
        <a:buNone/>
        <a:defRPr kumimoji="1" sz="5000" b="0" kern="1200">
          <a:ln>
            <a:noFill/>
          </a:ln>
          <a:solidFill>
            <a:schemeClr val="tx2"/>
          </a:solidFill>
          <a:effectLst/>
          <a:latin typeface="Meiryo UI" panose="020B0604030504040204" pitchFamily="50" charset="-128"/>
          <a:ea typeface="Meiryo UI" panose="020B0604030504040204" pitchFamily="50" charset="-128"/>
          <a:cs typeface="+mj-cs"/>
        </a:defRPr>
      </a:lvl1pPr>
    </p:titleStyle>
    <p:bodyStyle>
      <a:lvl1pPr marL="274320" indent="-274320" algn="l" rtl="0" eaLnBrk="1" latinLnBrk="0" hangingPunct="1">
        <a:spcBef>
          <a:spcPct val="20000"/>
        </a:spcBef>
        <a:buClr>
          <a:schemeClr val="accent3">
            <a:lumMod val="50000"/>
          </a:schemeClr>
        </a:buClr>
        <a:buSzPct val="95000"/>
        <a:buFont typeface="Wingdings 2"/>
        <a:buChar char=""/>
        <a:defRPr kumimoji="1" sz="2600" kern="1200">
          <a:solidFill>
            <a:schemeClr val="tx1"/>
          </a:solidFill>
          <a:latin typeface="ＭＳ 明朝" panose="02020609040205080304" pitchFamily="17" charset="-128"/>
          <a:ea typeface="ＭＳ 明朝" panose="02020609040205080304" pitchFamily="17" charset="-128"/>
          <a:cs typeface="+mn-cs"/>
        </a:defRPr>
      </a:lvl1pPr>
      <a:lvl2pPr marL="640080" indent="-246888" algn="l" rtl="0" eaLnBrk="1" latinLnBrk="0" hangingPunct="1">
        <a:spcBef>
          <a:spcPct val="20000"/>
        </a:spcBef>
        <a:buClr>
          <a:schemeClr val="accent1">
            <a:lumMod val="50000"/>
          </a:schemeClr>
        </a:buClr>
        <a:buSzPct val="85000"/>
        <a:buFont typeface="Wingdings 2"/>
        <a:buChar char=""/>
        <a:defRPr kumimoji="1" sz="2400" kern="1200">
          <a:solidFill>
            <a:schemeClr val="tx1"/>
          </a:solidFill>
          <a:latin typeface="ＭＳ 明朝" panose="02020609040205080304" pitchFamily="17" charset="-128"/>
          <a:ea typeface="ＭＳ 明朝" panose="02020609040205080304" pitchFamily="17" charset="-128"/>
          <a:cs typeface="+mn-cs"/>
        </a:defRPr>
      </a:lvl2pPr>
      <a:lvl3pPr marL="914400" indent="-246888" algn="l" rtl="0" eaLnBrk="1" latinLnBrk="0" hangingPunct="1">
        <a:spcBef>
          <a:spcPct val="20000"/>
        </a:spcBef>
        <a:buClr>
          <a:schemeClr val="accent2">
            <a:lumMod val="50000"/>
          </a:schemeClr>
        </a:buClr>
        <a:buSzPct val="70000"/>
        <a:buFont typeface="Wingdings 2"/>
        <a:buChar char=""/>
        <a:defRPr kumimoji="1" sz="2100" kern="1200">
          <a:solidFill>
            <a:schemeClr val="tx1"/>
          </a:solidFill>
          <a:latin typeface="ＭＳ 明朝" panose="02020609040205080304" pitchFamily="17" charset="-128"/>
          <a:ea typeface="ＭＳ 明朝" panose="02020609040205080304" pitchFamily="17" charset="-128"/>
          <a:cs typeface="+mn-cs"/>
        </a:defRPr>
      </a:lvl3pPr>
      <a:lvl4pPr marL="1188720" indent="-210312" algn="l" rtl="0" eaLnBrk="1" latinLnBrk="0" hangingPunct="1">
        <a:spcBef>
          <a:spcPct val="20000"/>
        </a:spcBef>
        <a:buClr>
          <a:schemeClr val="accent3">
            <a:lumMod val="50000"/>
          </a:schemeClr>
        </a:buClr>
        <a:buSzPct val="65000"/>
        <a:buFont typeface="Wingdings 2"/>
        <a:buChar char=""/>
        <a:defRPr kumimoji="1" sz="2000" kern="1200">
          <a:solidFill>
            <a:schemeClr val="tx1"/>
          </a:solidFill>
          <a:latin typeface="ＭＳ 明朝" panose="02020609040205080304" pitchFamily="17" charset="-128"/>
          <a:ea typeface="ＭＳ 明朝" panose="02020609040205080304" pitchFamily="17" charset="-128"/>
          <a:cs typeface="+mn-cs"/>
        </a:defRPr>
      </a:lvl4pPr>
      <a:lvl5pPr marL="1463040" indent="-210312" algn="l" rtl="0" eaLnBrk="1" latinLnBrk="0" hangingPunct="1">
        <a:spcBef>
          <a:spcPct val="20000"/>
        </a:spcBef>
        <a:buClr>
          <a:schemeClr val="accent4">
            <a:lumMod val="75000"/>
          </a:schemeClr>
        </a:buClr>
        <a:buSzPct val="65000"/>
        <a:buFont typeface="Wingdings 2"/>
        <a:buChar char=""/>
        <a:defRPr kumimoji="1" sz="2000" kern="1200">
          <a:solidFill>
            <a:schemeClr val="tx1"/>
          </a:solidFill>
          <a:latin typeface="ＭＳ 明朝" panose="02020609040205080304" pitchFamily="17" charset="-128"/>
          <a:ea typeface="ＭＳ 明朝" panose="02020609040205080304" pitchFamily="17" charset="-128"/>
          <a:cs typeface="+mn-cs"/>
        </a:defRPr>
      </a:lvl5pPr>
      <a:lvl6pPr marL="1737360" indent="-210312" algn="l" rtl="0" eaLnBrk="1" latinLnBrk="0" hangingPunct="1">
        <a:spcBef>
          <a:spcPct val="20000"/>
        </a:spcBef>
        <a:buClr>
          <a:schemeClr val="accent5">
            <a:lumMod val="50000"/>
          </a:schemeClr>
        </a:buClr>
        <a:buSzPct val="80000"/>
        <a:buFont typeface="Wingdings 2"/>
        <a:buChar char=""/>
        <a:defRPr kumimoji="1" sz="1800" kern="1200">
          <a:solidFill>
            <a:schemeClr val="tx1"/>
          </a:solidFill>
          <a:latin typeface="+mn-lt"/>
          <a:ea typeface="+mn-ea"/>
          <a:cs typeface="+mn-cs"/>
        </a:defRPr>
      </a:lvl6pPr>
      <a:lvl7pPr marL="1920240" indent="-182880" algn="l" rtl="0" eaLnBrk="1" latinLnBrk="0" hangingPunct="1">
        <a:spcBef>
          <a:spcPct val="20000"/>
        </a:spcBef>
        <a:buClr>
          <a:schemeClr val="accent6">
            <a:lumMod val="75000"/>
          </a:schemeClr>
        </a:buClr>
        <a:buSzPct val="80000"/>
        <a:buFont typeface="Wingdings 2"/>
        <a:buChar char=""/>
        <a:defRPr kumimoji="1"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1" sz="1600" kern="1200">
          <a:solidFill>
            <a:schemeClr val="tx1"/>
          </a:solidFill>
          <a:latin typeface="+mn-lt"/>
          <a:ea typeface="+mn-ea"/>
          <a:cs typeface="+mn-cs"/>
        </a:defRPr>
      </a:lvl8pPr>
      <a:lvl9pPr marL="2286000" indent="0" algn="l" rtl="0" eaLnBrk="1" latinLnBrk="0" hangingPunct="1">
        <a:spcBef>
          <a:spcPct val="20000"/>
        </a:spcBef>
        <a:buClr>
          <a:schemeClr val="tx2"/>
        </a:buClr>
        <a:buFontTx/>
        <a:buNone/>
        <a:defRPr kumimoji="1" sz="1400" kern="1200" baseline="0">
          <a:solidFill>
            <a:schemeClr val="tx1"/>
          </a:solidFill>
          <a:latin typeface="+mn-lt"/>
          <a:ea typeface="+mn-ea"/>
          <a:cs typeface="+mn-cs"/>
        </a:defRPr>
      </a:lvl9pPr>
    </p:bodyStyle>
    <p:otherStyle>
      <a:lvl1pPr marL="0" algn="l" rtl="0" eaLnBrk="1" latinLnBrk="0" hangingPunct="1">
        <a:defRPr kumimoji="1" kern="1200">
          <a:solidFill>
            <a:schemeClr val="tx1"/>
          </a:solidFill>
          <a:latin typeface="+mn-lt"/>
          <a:ea typeface="+mn-ea"/>
          <a:cs typeface="+mn-cs"/>
        </a:defRPr>
      </a:lvl1pPr>
      <a:lvl2pPr marL="457200" algn="l" rtl="0" eaLnBrk="1" latinLnBrk="0" hangingPunct="1">
        <a:defRPr kumimoji="1" kern="1200">
          <a:solidFill>
            <a:schemeClr val="tx1"/>
          </a:solidFill>
          <a:latin typeface="+mn-lt"/>
          <a:ea typeface="+mn-ea"/>
          <a:cs typeface="+mn-cs"/>
        </a:defRPr>
      </a:lvl2pPr>
      <a:lvl3pPr marL="914400" algn="l" rtl="0" eaLnBrk="1" latinLnBrk="0" hangingPunct="1">
        <a:defRPr kumimoji="1" kern="1200">
          <a:solidFill>
            <a:schemeClr val="tx1"/>
          </a:solidFill>
          <a:latin typeface="+mn-lt"/>
          <a:ea typeface="+mn-ea"/>
          <a:cs typeface="+mn-cs"/>
        </a:defRPr>
      </a:lvl3pPr>
      <a:lvl4pPr marL="1371600" algn="l" rtl="0" eaLnBrk="1" latinLnBrk="0" hangingPunct="1">
        <a:defRPr kumimoji="1" kern="1200">
          <a:solidFill>
            <a:schemeClr val="tx1"/>
          </a:solidFill>
          <a:latin typeface="+mn-lt"/>
          <a:ea typeface="+mn-ea"/>
          <a:cs typeface="+mn-cs"/>
        </a:defRPr>
      </a:lvl4pPr>
      <a:lvl5pPr marL="1828800" algn="l" rtl="0" eaLnBrk="1" latinLnBrk="0" hangingPunct="1">
        <a:defRPr kumimoji="1" kern="1200">
          <a:solidFill>
            <a:schemeClr val="tx1"/>
          </a:solidFill>
          <a:latin typeface="+mn-lt"/>
          <a:ea typeface="+mn-ea"/>
          <a:cs typeface="+mn-cs"/>
        </a:defRPr>
      </a:lvl5pPr>
      <a:lvl6pPr marL="2286000" algn="l" rtl="0" eaLnBrk="1" latinLnBrk="0" hangingPunct="1">
        <a:defRPr kumimoji="1" kern="1200">
          <a:solidFill>
            <a:schemeClr val="tx1"/>
          </a:solidFill>
          <a:latin typeface="+mn-lt"/>
          <a:ea typeface="+mn-ea"/>
          <a:cs typeface="+mn-cs"/>
        </a:defRPr>
      </a:lvl6pPr>
      <a:lvl7pPr marL="2743200" algn="l" rtl="0" eaLnBrk="1" latinLnBrk="0" hangingPunct="1">
        <a:defRPr kumimoji="1" kern="1200">
          <a:solidFill>
            <a:schemeClr val="tx1"/>
          </a:solidFill>
          <a:latin typeface="+mn-lt"/>
          <a:ea typeface="+mn-ea"/>
          <a:cs typeface="+mn-cs"/>
        </a:defRPr>
      </a:lvl7pPr>
      <a:lvl8pPr marL="3200400" algn="l" rtl="0" eaLnBrk="1" latinLnBrk="0" hangingPunct="1">
        <a:defRPr kumimoji="1" kern="1200">
          <a:solidFill>
            <a:schemeClr val="tx1"/>
          </a:solidFill>
          <a:latin typeface="+mn-lt"/>
          <a:ea typeface="+mn-ea"/>
          <a:cs typeface="+mn-cs"/>
        </a:defRPr>
      </a:lvl8pPr>
      <a:lvl9pPr marL="3657600" algn="l" rtl="0" eaLnBrk="1" latinLnBrk="0" hangingPunct="1">
        <a:defRPr kumimoji="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p:txBody>
          <a:bodyPr rtlCol="0"/>
          <a:lstStyle/>
          <a:p>
            <a:r>
              <a:rPr lang="ja-JP" altLang="en-US" dirty="0"/>
              <a:t>描画エンジン開発</a:t>
            </a:r>
            <a:r>
              <a:rPr lang="en-US" altLang="ja-JP" dirty="0"/>
              <a:t>Ⅰ</a:t>
            </a:r>
            <a:r>
              <a:rPr lang="ja-JP" altLang="en-US" dirty="0"/>
              <a:t>・</a:t>
            </a:r>
            <a:r>
              <a:rPr lang="en-US" altLang="ja-JP" dirty="0"/>
              <a:t>Ⅱ</a:t>
            </a:r>
            <a:endParaRPr lang="ja-JP" altLang="en-US" dirty="0">
              <a:latin typeface="Meiryo UI" panose="020B0604030504040204" pitchFamily="50" charset="-128"/>
              <a:ea typeface="Meiryo UI" panose="020B0604030504040204" pitchFamily="50" charset="-128"/>
            </a:endParaRPr>
          </a:p>
        </p:txBody>
      </p:sp>
      <p:sp>
        <p:nvSpPr>
          <p:cNvPr id="5" name="サブタイトル 4"/>
          <p:cNvSpPr>
            <a:spLocks noGrp="1"/>
          </p:cNvSpPr>
          <p:nvPr>
            <p:ph type="subTitle" idx="1"/>
          </p:nvPr>
        </p:nvSpPr>
        <p:spPr/>
        <p:txBody>
          <a:bodyPr rtlCol="0"/>
          <a:lstStyle/>
          <a:p>
            <a:pPr rtl="0"/>
            <a:r>
              <a:rPr lang="en-US" altLang="ja-JP" dirty="0" smtClean="0"/>
              <a:t>UNIT08</a:t>
            </a:r>
            <a:endParaRPr lang="ja-JP" altLang="en-US" dirty="0"/>
          </a:p>
        </p:txBody>
      </p:sp>
    </p:spTree>
    <p:extLst>
      <p:ext uri="{BB962C8B-B14F-4D97-AF65-F5344CB8AC3E}">
        <p14:creationId xmlns:p14="http://schemas.microsoft.com/office/powerpoint/2010/main" val="3549628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rtlCol="0"/>
          <a:lstStyle/>
          <a:p>
            <a:pPr rtl="0"/>
            <a:r>
              <a:rPr lang="ja-JP" altLang="en-US" dirty="0" smtClean="0"/>
              <a:t>授業</a:t>
            </a:r>
            <a:r>
              <a:rPr lang="ja-JP" altLang="en-US" dirty="0"/>
              <a:t>内容</a:t>
            </a:r>
            <a:endParaRPr lang="ja-JP" altLang="en-US" dirty="0">
              <a:latin typeface="Meiryo UI" panose="020B0604030504040204" pitchFamily="50" charset="-128"/>
              <a:ea typeface="Meiryo UI" panose="020B0604030504040204" pitchFamily="50" charset="-128"/>
            </a:endParaRPr>
          </a:p>
        </p:txBody>
      </p:sp>
      <p:sp>
        <p:nvSpPr>
          <p:cNvPr id="2" name="コンテンツ プレースホルダー 1"/>
          <p:cNvSpPr>
            <a:spLocks noGrp="1"/>
          </p:cNvSpPr>
          <p:nvPr>
            <p:ph idx="1"/>
          </p:nvPr>
        </p:nvSpPr>
        <p:spPr/>
        <p:txBody>
          <a:bodyPr rtlCol="0"/>
          <a:lstStyle/>
          <a:p>
            <a:pPr marL="0" indent="0" rtl="0">
              <a:buNone/>
            </a:pPr>
            <a:endParaRPr lang="en-US" altLang="ja-JP" dirty="0" smtClean="0"/>
          </a:p>
          <a:p>
            <a:pPr rtl="0"/>
            <a:r>
              <a:rPr lang="ja-JP" altLang="en-US" dirty="0" smtClean="0"/>
              <a:t>画面</a:t>
            </a:r>
            <a:r>
              <a:rPr lang="ja-JP" altLang="en-US" dirty="0"/>
              <a:t>に表示する色の合成（ブレンディング）</a:t>
            </a:r>
            <a:endParaRPr lang="en-US" altLang="ja-JP" dirty="0"/>
          </a:p>
          <a:p>
            <a:pPr rtl="0"/>
            <a:endParaRPr lang="en-US" altLang="ja-JP" dirty="0"/>
          </a:p>
          <a:p>
            <a:pPr rtl="0"/>
            <a:r>
              <a:rPr lang="ja-JP" altLang="en-US" dirty="0" smtClean="0"/>
              <a:t>透明値（アルファ）の制御</a:t>
            </a:r>
            <a:endParaRPr lang="en-US" altLang="ja-JP" dirty="0"/>
          </a:p>
        </p:txBody>
      </p:sp>
    </p:spTree>
    <p:extLst>
      <p:ext uri="{BB962C8B-B14F-4D97-AF65-F5344CB8AC3E}">
        <p14:creationId xmlns:p14="http://schemas.microsoft.com/office/powerpoint/2010/main" val="1508910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実行</a:t>
            </a:r>
            <a:r>
              <a:rPr kumimoji="1" lang="ja-JP" altLang="en-US" dirty="0" smtClean="0"/>
              <a:t>結果（アルファブレンド）</a:t>
            </a:r>
            <a:endParaRPr kumimoji="1" lang="ja-JP" altLang="en-US" dirty="0"/>
          </a:p>
        </p:txBody>
      </p:sp>
      <p:pic>
        <p:nvPicPr>
          <p:cNvPr id="5" name="コンテンツ プレースホルダー 4"/>
          <p:cNvPicPr>
            <a:picLocks noGrp="1" noChangeAspect="1"/>
          </p:cNvPicPr>
          <p:nvPr>
            <p:ph idx="1"/>
          </p:nvPr>
        </p:nvPicPr>
        <p:blipFill>
          <a:blip r:embed="rId3"/>
          <a:stretch>
            <a:fillRect/>
          </a:stretch>
        </p:blipFill>
        <p:spPr>
          <a:xfrm>
            <a:off x="2393713" y="1935163"/>
            <a:ext cx="7404573" cy="4343400"/>
          </a:xfrm>
          <a:prstGeom prst="rect">
            <a:avLst/>
          </a:prstGeom>
        </p:spPr>
      </p:pic>
    </p:spTree>
    <p:extLst>
      <p:ext uri="{BB962C8B-B14F-4D97-AF65-F5344CB8AC3E}">
        <p14:creationId xmlns:p14="http://schemas.microsoft.com/office/powerpoint/2010/main" val="4234714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実行</a:t>
            </a:r>
            <a:r>
              <a:rPr kumimoji="1" lang="ja-JP" altLang="en-US" dirty="0" smtClean="0"/>
              <a:t>結果（ブレンドなし）</a:t>
            </a:r>
            <a:endParaRPr kumimoji="1" lang="ja-JP" altLang="en-US" dirty="0"/>
          </a:p>
        </p:txBody>
      </p:sp>
      <p:pic>
        <p:nvPicPr>
          <p:cNvPr id="7" name="コンテンツ プレースホルダー 6"/>
          <p:cNvPicPr>
            <a:picLocks noGrp="1" noChangeAspect="1"/>
          </p:cNvPicPr>
          <p:nvPr>
            <p:ph idx="1"/>
          </p:nvPr>
        </p:nvPicPr>
        <p:blipFill>
          <a:blip r:embed="rId3"/>
          <a:stretch>
            <a:fillRect/>
          </a:stretch>
        </p:blipFill>
        <p:spPr>
          <a:xfrm>
            <a:off x="2393713" y="1935163"/>
            <a:ext cx="7404573" cy="4343400"/>
          </a:xfrm>
          <a:prstGeom prst="rect">
            <a:avLst/>
          </a:prstGeom>
        </p:spPr>
      </p:pic>
    </p:spTree>
    <p:extLst>
      <p:ext uri="{BB962C8B-B14F-4D97-AF65-F5344CB8AC3E}">
        <p14:creationId xmlns:p14="http://schemas.microsoft.com/office/powerpoint/2010/main" val="252248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実行</a:t>
            </a:r>
            <a:r>
              <a:rPr kumimoji="1" lang="ja-JP" altLang="en-US" dirty="0" smtClean="0"/>
              <a:t>結果</a:t>
            </a:r>
            <a:r>
              <a:rPr lang="ja-JP" altLang="en-US" dirty="0" smtClean="0"/>
              <a:t>（加算ブレンド）</a:t>
            </a:r>
            <a:endParaRPr kumimoji="1" lang="ja-JP" altLang="en-US" dirty="0"/>
          </a:p>
        </p:txBody>
      </p:sp>
      <p:pic>
        <p:nvPicPr>
          <p:cNvPr id="4" name="コンテンツ プレースホルダー 3"/>
          <p:cNvPicPr>
            <a:picLocks noGrp="1" noChangeAspect="1"/>
          </p:cNvPicPr>
          <p:nvPr>
            <p:ph idx="1"/>
          </p:nvPr>
        </p:nvPicPr>
        <p:blipFill>
          <a:blip r:embed="rId3"/>
          <a:stretch>
            <a:fillRect/>
          </a:stretch>
        </p:blipFill>
        <p:spPr>
          <a:xfrm>
            <a:off x="2393713" y="1935163"/>
            <a:ext cx="7404573" cy="4343400"/>
          </a:xfrm>
          <a:prstGeom prst="rect">
            <a:avLst/>
          </a:prstGeom>
        </p:spPr>
      </p:pic>
    </p:spTree>
    <p:extLst>
      <p:ext uri="{BB962C8B-B14F-4D97-AF65-F5344CB8AC3E}">
        <p14:creationId xmlns:p14="http://schemas.microsoft.com/office/powerpoint/2010/main" val="4248812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実行</a:t>
            </a:r>
            <a:r>
              <a:rPr kumimoji="1" lang="ja-JP" altLang="en-US" dirty="0" smtClean="0"/>
              <a:t>結果</a:t>
            </a:r>
            <a:r>
              <a:rPr lang="ja-JP" altLang="en-US" dirty="0"/>
              <a:t>（</a:t>
            </a:r>
            <a:r>
              <a:rPr lang="ja-JP" altLang="en-US" dirty="0" smtClean="0"/>
              <a:t>減算ブレンド）</a:t>
            </a:r>
            <a:endParaRPr kumimoji="1" lang="ja-JP" altLang="en-US" dirty="0"/>
          </a:p>
        </p:txBody>
      </p:sp>
      <p:pic>
        <p:nvPicPr>
          <p:cNvPr id="4" name="コンテンツ プレースホルダー 3"/>
          <p:cNvPicPr>
            <a:picLocks noGrp="1" noChangeAspect="1"/>
          </p:cNvPicPr>
          <p:nvPr>
            <p:ph idx="1"/>
          </p:nvPr>
        </p:nvPicPr>
        <p:blipFill>
          <a:blip r:embed="rId3"/>
          <a:stretch>
            <a:fillRect/>
          </a:stretch>
        </p:blipFill>
        <p:spPr>
          <a:xfrm>
            <a:off x="2393713" y="1935163"/>
            <a:ext cx="7404573" cy="4343400"/>
          </a:xfrm>
          <a:prstGeom prst="rect">
            <a:avLst/>
          </a:prstGeom>
        </p:spPr>
      </p:pic>
    </p:spTree>
    <p:extLst>
      <p:ext uri="{BB962C8B-B14F-4D97-AF65-F5344CB8AC3E}">
        <p14:creationId xmlns:p14="http://schemas.microsoft.com/office/powerpoint/2010/main" val="2439815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実行</a:t>
            </a:r>
            <a:r>
              <a:rPr kumimoji="1" lang="ja-JP" altLang="en-US" dirty="0" smtClean="0"/>
              <a:t>結果</a:t>
            </a:r>
            <a:r>
              <a:rPr lang="ja-JP" altLang="en-US" dirty="0" smtClean="0"/>
              <a:t>（乗算ブレンド）</a:t>
            </a:r>
            <a:endParaRPr kumimoji="1" lang="ja-JP" altLang="en-US" dirty="0"/>
          </a:p>
        </p:txBody>
      </p:sp>
      <p:pic>
        <p:nvPicPr>
          <p:cNvPr id="5" name="コンテンツ プレースホルダー 4"/>
          <p:cNvPicPr>
            <a:picLocks noGrp="1" noChangeAspect="1"/>
          </p:cNvPicPr>
          <p:nvPr>
            <p:ph idx="1"/>
          </p:nvPr>
        </p:nvPicPr>
        <p:blipFill>
          <a:blip r:embed="rId3"/>
          <a:stretch>
            <a:fillRect/>
          </a:stretch>
        </p:blipFill>
        <p:spPr>
          <a:xfrm>
            <a:off x="2393713" y="1935163"/>
            <a:ext cx="7404573" cy="4343400"/>
          </a:xfrm>
          <a:prstGeom prst="rect">
            <a:avLst/>
          </a:prstGeom>
        </p:spPr>
      </p:pic>
    </p:spTree>
    <p:extLst>
      <p:ext uri="{BB962C8B-B14F-4D97-AF65-F5344CB8AC3E}">
        <p14:creationId xmlns:p14="http://schemas.microsoft.com/office/powerpoint/2010/main" val="1927056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透明値（アルファ）の制御</a:t>
            </a:r>
            <a:endParaRPr kumimoji="1" lang="ja-JP" altLang="en-US" dirty="0"/>
          </a:p>
        </p:txBody>
      </p:sp>
      <p:sp>
        <p:nvSpPr>
          <p:cNvPr id="3" name="コンテンツ プレースホルダー 2"/>
          <p:cNvSpPr>
            <a:spLocks noGrp="1"/>
          </p:cNvSpPr>
          <p:nvPr>
            <p:ph idx="1"/>
          </p:nvPr>
        </p:nvSpPr>
        <p:spPr/>
        <p:txBody>
          <a:bodyPr/>
          <a:lstStyle/>
          <a:p>
            <a:r>
              <a:rPr lang="ja-JP" altLang="en-US" dirty="0" smtClean="0"/>
              <a:t>ポリゴンを透過させることで後ろのポリゴンが見えるようになるので</a:t>
            </a:r>
            <a:r>
              <a:rPr lang="en-US" altLang="ja-JP" dirty="0"/>
              <a:t/>
            </a:r>
            <a:br>
              <a:rPr lang="en-US" altLang="ja-JP" dirty="0"/>
            </a:br>
            <a:r>
              <a:rPr lang="ja-JP" altLang="en-US" dirty="0" smtClean="0"/>
              <a:t>色を合成する設定が必要になります。</a:t>
            </a:r>
            <a:endParaRPr lang="en-US" altLang="ja-JP" dirty="0" smtClean="0"/>
          </a:p>
        </p:txBody>
      </p:sp>
      <p:pic>
        <p:nvPicPr>
          <p:cNvPr id="2050" name="Picture 2" descr="http://mkubara.com/wp/wp-content/uploads/2012/08/dx_alph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317" y="2849481"/>
            <a:ext cx="6050864" cy="3714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575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画面に表示する色の合成</a:t>
            </a:r>
            <a:r>
              <a:rPr kumimoji="1" lang="en-US" altLang="ja-JP" dirty="0" smtClean="0"/>
              <a:t>(</a:t>
            </a:r>
            <a:r>
              <a:rPr kumimoji="1" lang="ja-JP" altLang="en-US" dirty="0" smtClean="0"/>
              <a:t>ブレンディング</a:t>
            </a:r>
            <a:r>
              <a:rPr kumimoji="1" lang="en-US" altLang="ja-JP" dirty="0" smtClean="0"/>
              <a:t>)</a:t>
            </a:r>
            <a:endParaRPr kumimoji="1" lang="ja-JP" altLang="en-US" dirty="0"/>
          </a:p>
        </p:txBody>
      </p:sp>
      <p:sp>
        <p:nvSpPr>
          <p:cNvPr id="3" name="コンテンツ プレースホルダー 2"/>
          <p:cNvSpPr>
            <a:spLocks noGrp="1"/>
          </p:cNvSpPr>
          <p:nvPr>
            <p:ph idx="1"/>
          </p:nvPr>
        </p:nvSpPr>
        <p:spPr/>
        <p:txBody>
          <a:bodyPr/>
          <a:lstStyle/>
          <a:p>
            <a:r>
              <a:rPr kumimoji="1" lang="en-US" altLang="ja-JP" dirty="0" smtClean="0"/>
              <a:t>ID3DBlendState </a:t>
            </a:r>
            <a:r>
              <a:rPr lang="ja-JP" altLang="en-US" dirty="0" smtClean="0"/>
              <a:t>を使って</a:t>
            </a:r>
            <a:r>
              <a:rPr kumimoji="1" lang="ja-JP" altLang="en-US" dirty="0" smtClean="0"/>
              <a:t>色が重なった部分のブレンディングの</a:t>
            </a:r>
            <a:r>
              <a:rPr kumimoji="1" lang="en-US" altLang="ja-JP" dirty="0" smtClean="0"/>
              <a:t/>
            </a:r>
            <a:br>
              <a:rPr kumimoji="1" lang="en-US" altLang="ja-JP" dirty="0" smtClean="0"/>
            </a:br>
            <a:r>
              <a:rPr kumimoji="1" lang="ja-JP" altLang="en-US" dirty="0" smtClean="0"/>
              <a:t>設定をすることができる。</a:t>
            </a:r>
            <a:endParaRPr lang="en-US" altLang="ja-JP" dirty="0" smtClean="0"/>
          </a:p>
          <a:p>
            <a:r>
              <a:rPr lang="ja-JP" altLang="en-US" dirty="0" smtClean="0"/>
              <a:t>描画済みの色</a:t>
            </a:r>
            <a:r>
              <a:rPr lang="en-US" altLang="ja-JP" dirty="0" smtClean="0"/>
              <a:t>(Destination)</a:t>
            </a:r>
            <a:r>
              <a:rPr lang="ja-JP" altLang="en-US" dirty="0" smtClean="0"/>
              <a:t>とこれから描画する色</a:t>
            </a:r>
            <a:r>
              <a:rPr lang="en-US" altLang="ja-JP" dirty="0" smtClean="0"/>
              <a:t>(Source)</a:t>
            </a:r>
            <a:r>
              <a:rPr lang="ja-JP" altLang="en-US" dirty="0" smtClean="0"/>
              <a:t>を</a:t>
            </a:r>
            <a:r>
              <a:rPr lang="en-US" altLang="ja-JP" dirty="0"/>
              <a:t/>
            </a:r>
            <a:br>
              <a:rPr lang="en-US" altLang="ja-JP" dirty="0"/>
            </a:br>
            <a:r>
              <a:rPr lang="en-US" altLang="ja-JP" dirty="0" smtClean="0"/>
              <a:t>ID3DBlendState</a:t>
            </a:r>
            <a:r>
              <a:rPr lang="ja-JP" altLang="en-US" dirty="0" smtClean="0"/>
              <a:t>の設定で合成する。</a:t>
            </a:r>
            <a:endParaRPr lang="en-US" altLang="ja-JP" dirty="0"/>
          </a:p>
          <a:p>
            <a:endParaRPr kumimoji="1" lang="ja-JP" altLang="en-US" dirty="0"/>
          </a:p>
        </p:txBody>
      </p:sp>
      <p:pic>
        <p:nvPicPr>
          <p:cNvPr id="3074" name="Picture 2" descr="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516" y="4009324"/>
            <a:ext cx="10956122" cy="23579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6023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D3D11_BLEND</a:t>
            </a:r>
            <a:r>
              <a:rPr lang="ja-JP" altLang="en-US" dirty="0" smtClean="0"/>
              <a:t>について</a:t>
            </a:r>
            <a:endParaRPr kumimoji="1" lang="ja-JP" altLang="en-US" dirty="0"/>
          </a:p>
        </p:txBody>
      </p:sp>
      <p:graphicFrame>
        <p:nvGraphicFramePr>
          <p:cNvPr id="4" name="コンテンツ プレースホルダー 3"/>
          <p:cNvGraphicFramePr>
            <a:graphicFrameLocks noGrp="1"/>
          </p:cNvGraphicFramePr>
          <p:nvPr>
            <p:ph idx="1"/>
            <p:extLst>
              <p:ext uri="{D42A27DB-BD31-4B8C-83A1-F6EECF244321}">
                <p14:modId xmlns:p14="http://schemas.microsoft.com/office/powerpoint/2010/main" val="4156162413"/>
              </p:ext>
            </p:extLst>
          </p:nvPr>
        </p:nvGraphicFramePr>
        <p:xfrm>
          <a:off x="609600" y="1847088"/>
          <a:ext cx="10972800" cy="3291840"/>
        </p:xfrm>
        <a:graphic>
          <a:graphicData uri="http://schemas.openxmlformats.org/drawingml/2006/table">
            <a:tbl>
              <a:tblPr firstRow="1" bandRow="1">
                <a:tableStyleId>{8799B23B-EC83-4686-B30A-512413B5E67A}</a:tableStyleId>
              </a:tblPr>
              <a:tblGrid>
                <a:gridCol w="4193894">
                  <a:extLst>
                    <a:ext uri="{9D8B030D-6E8A-4147-A177-3AD203B41FA5}">
                      <a16:colId xmlns:a16="http://schemas.microsoft.com/office/drawing/2014/main" val="3336620466"/>
                    </a:ext>
                  </a:extLst>
                </a:gridCol>
                <a:gridCol w="6778906">
                  <a:extLst>
                    <a:ext uri="{9D8B030D-6E8A-4147-A177-3AD203B41FA5}">
                      <a16:colId xmlns:a16="http://schemas.microsoft.com/office/drawing/2014/main" val="1863149453"/>
                    </a:ext>
                  </a:extLst>
                </a:gridCol>
              </a:tblGrid>
              <a:tr h="325134">
                <a:tc>
                  <a:txBody>
                    <a:bodyPr/>
                    <a:lstStyle/>
                    <a:p>
                      <a:r>
                        <a:rPr kumimoji="1" lang="en-US" altLang="ja-JP" sz="1800" b="1" kern="1200" dirty="0" smtClean="0">
                          <a:solidFill>
                            <a:schemeClr val="tx1"/>
                          </a:solidFill>
                          <a:latin typeface="+mn-lt"/>
                          <a:ea typeface="+mn-ea"/>
                          <a:cs typeface="+mn-cs"/>
                        </a:rPr>
                        <a:t>D3D11_BLEND</a:t>
                      </a:r>
                      <a:endParaRPr kumimoji="1" lang="ja-JP" altLang="en-US" dirty="0"/>
                    </a:p>
                  </a:txBody>
                  <a:tcPr/>
                </a:tc>
                <a:tc>
                  <a:txBody>
                    <a:bodyPr/>
                    <a:lstStyle/>
                    <a:p>
                      <a:r>
                        <a:rPr kumimoji="1" lang="ja-JP" altLang="en-US" dirty="0" smtClean="0"/>
                        <a:t>説明</a:t>
                      </a:r>
                      <a:endParaRPr kumimoji="1" lang="ja-JP" altLang="en-US" dirty="0"/>
                    </a:p>
                  </a:txBody>
                  <a:tcPr/>
                </a:tc>
                <a:extLst>
                  <a:ext uri="{0D108BD9-81ED-4DB2-BD59-A6C34878D82A}">
                    <a16:rowId xmlns:a16="http://schemas.microsoft.com/office/drawing/2014/main" val="1226519244"/>
                  </a:ext>
                </a:extLst>
              </a:tr>
              <a:tr h="325134">
                <a:tc>
                  <a:txBody>
                    <a:bodyPr/>
                    <a:lstStyle/>
                    <a:p>
                      <a:r>
                        <a:rPr kumimoji="1" lang="en-US" altLang="ja-JP" sz="1800" kern="1200" dirty="0" smtClean="0">
                          <a:solidFill>
                            <a:schemeClr val="tx1"/>
                          </a:solidFill>
                          <a:latin typeface="+mn-lt"/>
                          <a:ea typeface="+mn-ea"/>
                          <a:cs typeface="+mn-cs"/>
                        </a:rPr>
                        <a:t>D3D11_BLEND_SRC_COLOR</a:t>
                      </a:r>
                      <a:endParaRPr kumimoji="1" lang="ja-JP" altLang="en-US" dirty="0"/>
                    </a:p>
                  </a:txBody>
                  <a:tcPr/>
                </a:tc>
                <a:tc>
                  <a:txBody>
                    <a:bodyPr/>
                    <a:lstStyle/>
                    <a:p>
                      <a:r>
                        <a:rPr kumimoji="1" lang="ja-JP" altLang="en-US" dirty="0" smtClean="0"/>
                        <a:t>これから描画する画の色</a:t>
                      </a:r>
                      <a:r>
                        <a:rPr kumimoji="1" lang="en-US" altLang="ja-JP" dirty="0" smtClean="0"/>
                        <a:t>( R, G, B )</a:t>
                      </a:r>
                      <a:endParaRPr kumimoji="1" lang="ja-JP" altLang="en-US" dirty="0"/>
                    </a:p>
                  </a:txBody>
                  <a:tcPr/>
                </a:tc>
                <a:extLst>
                  <a:ext uri="{0D108BD9-81ED-4DB2-BD59-A6C34878D82A}">
                    <a16:rowId xmlns:a16="http://schemas.microsoft.com/office/drawing/2014/main" val="4172280611"/>
                  </a:ext>
                </a:extLst>
              </a:tr>
              <a:tr h="325134">
                <a:tc>
                  <a:txBody>
                    <a:bodyPr/>
                    <a:lstStyle/>
                    <a:p>
                      <a:r>
                        <a:rPr kumimoji="1" lang="en-US" altLang="ja-JP" sz="1800" kern="1200" dirty="0" smtClean="0">
                          <a:solidFill>
                            <a:schemeClr val="tx1"/>
                          </a:solidFill>
                          <a:latin typeface="+mn-lt"/>
                          <a:ea typeface="+mn-ea"/>
                          <a:cs typeface="+mn-cs"/>
                        </a:rPr>
                        <a:t>D3D11_BLEND_INV_SRC_COLOR</a:t>
                      </a:r>
                      <a:endParaRPr kumimoji="1" lang="ja-JP" altLang="en-US" dirty="0"/>
                    </a:p>
                  </a:txBody>
                  <a:tcPr/>
                </a:tc>
                <a:tc>
                  <a:txBody>
                    <a:bodyPr/>
                    <a:lstStyle/>
                    <a:p>
                      <a:r>
                        <a:rPr kumimoji="1" lang="ja-JP" altLang="en-US" dirty="0" smtClean="0"/>
                        <a:t>これから描画する画の色の反転</a:t>
                      </a:r>
                      <a:r>
                        <a:rPr kumimoji="1" lang="en-US" altLang="ja-JP" dirty="0" smtClean="0"/>
                        <a:t>( 1.0</a:t>
                      </a:r>
                      <a:r>
                        <a:rPr kumimoji="1" lang="en-US" altLang="ja-JP" baseline="0" dirty="0" smtClean="0"/>
                        <a:t> – R, 1.0 – G, 1.0 – B )</a:t>
                      </a:r>
                    </a:p>
                  </a:txBody>
                  <a:tcPr/>
                </a:tc>
                <a:extLst>
                  <a:ext uri="{0D108BD9-81ED-4DB2-BD59-A6C34878D82A}">
                    <a16:rowId xmlns:a16="http://schemas.microsoft.com/office/drawing/2014/main" val="414429091"/>
                  </a:ext>
                </a:extLst>
              </a:tr>
              <a:tr h="325134">
                <a:tc>
                  <a:txBody>
                    <a:bodyPr/>
                    <a:lstStyle/>
                    <a:p>
                      <a:r>
                        <a:rPr kumimoji="1" lang="en-US" altLang="ja-JP" sz="1800" kern="1200" dirty="0" smtClean="0">
                          <a:solidFill>
                            <a:schemeClr val="tx1"/>
                          </a:solidFill>
                          <a:latin typeface="+mn-lt"/>
                          <a:ea typeface="+mn-ea"/>
                          <a:cs typeface="+mn-cs"/>
                        </a:rPr>
                        <a:t>D3D11_BLEND_SRC_ALPHA</a:t>
                      </a:r>
                      <a:endParaRPr kumimoji="1" lang="ja-JP" altLang="en-US" dirty="0"/>
                    </a:p>
                  </a:txBody>
                  <a:tcPr/>
                </a:tc>
                <a:tc>
                  <a:txBody>
                    <a:bodyPr/>
                    <a:lstStyle/>
                    <a:p>
                      <a:r>
                        <a:rPr kumimoji="1" lang="ja-JP" altLang="en-US" baseline="0" dirty="0" smtClean="0"/>
                        <a:t>これから描画する画の透明値</a:t>
                      </a:r>
                      <a:r>
                        <a:rPr kumimoji="1" lang="en-US" altLang="ja-JP" baseline="0" dirty="0" smtClean="0"/>
                        <a:t>( A )</a:t>
                      </a:r>
                    </a:p>
                  </a:txBody>
                  <a:tcPr/>
                </a:tc>
                <a:extLst>
                  <a:ext uri="{0D108BD9-81ED-4DB2-BD59-A6C34878D82A}">
                    <a16:rowId xmlns:a16="http://schemas.microsoft.com/office/drawing/2014/main" val="1938723471"/>
                  </a:ext>
                </a:extLst>
              </a:tr>
              <a:tr h="325134">
                <a:tc>
                  <a:txBody>
                    <a:bodyPr/>
                    <a:lstStyle/>
                    <a:p>
                      <a:r>
                        <a:rPr kumimoji="1" lang="en-US" altLang="ja-JP" sz="1800" kern="1200" dirty="0" smtClean="0">
                          <a:solidFill>
                            <a:schemeClr val="tx1"/>
                          </a:solidFill>
                          <a:latin typeface="+mn-lt"/>
                          <a:ea typeface="+mn-ea"/>
                          <a:cs typeface="+mn-cs"/>
                        </a:rPr>
                        <a:t>D3D11_BLEND_INV_SRC_ALPHA</a:t>
                      </a:r>
                      <a:endParaRPr kumimoji="1" lang="ja-JP" altLang="en-US" dirty="0"/>
                    </a:p>
                  </a:txBody>
                  <a:tcPr/>
                </a:tc>
                <a:tc>
                  <a:txBody>
                    <a:bodyPr/>
                    <a:lstStyle/>
                    <a:p>
                      <a:r>
                        <a:rPr kumimoji="1" lang="ja-JP" altLang="en-US" baseline="0" dirty="0" smtClean="0"/>
                        <a:t>これから描画する画の透明値の反転</a:t>
                      </a:r>
                      <a:r>
                        <a:rPr kumimoji="1" lang="en-US" altLang="ja-JP" baseline="0" dirty="0" smtClean="0"/>
                        <a:t>( 1.0 – A )</a:t>
                      </a:r>
                    </a:p>
                  </a:txBody>
                  <a:tcPr/>
                </a:tc>
                <a:extLst>
                  <a:ext uri="{0D108BD9-81ED-4DB2-BD59-A6C34878D82A}">
                    <a16:rowId xmlns:a16="http://schemas.microsoft.com/office/drawing/2014/main" val="1372802693"/>
                  </a:ext>
                </a:extLst>
              </a:tr>
              <a:tr h="325134">
                <a:tc>
                  <a:txBody>
                    <a:bodyPr/>
                    <a:lstStyle/>
                    <a:p>
                      <a:r>
                        <a:rPr kumimoji="1" lang="en-US" altLang="ja-JP" sz="1800" kern="1200" dirty="0" smtClean="0">
                          <a:solidFill>
                            <a:schemeClr val="tx1"/>
                          </a:solidFill>
                          <a:latin typeface="+mn-lt"/>
                          <a:ea typeface="+mn-ea"/>
                          <a:cs typeface="+mn-cs"/>
                        </a:rPr>
                        <a:t>D3D11_BLEND_DEST_ALPHA</a:t>
                      </a:r>
                      <a:endParaRPr kumimoji="1" lang="ja-JP" altLang="en-US" dirty="0"/>
                    </a:p>
                  </a:txBody>
                  <a:tcPr/>
                </a:tc>
                <a:tc>
                  <a:txBody>
                    <a:bodyPr/>
                    <a:lstStyle/>
                    <a:p>
                      <a:r>
                        <a:rPr kumimoji="1" lang="ja-JP" altLang="en-US" baseline="0" dirty="0" smtClean="0"/>
                        <a:t>既に描画されている画の透明値</a:t>
                      </a:r>
                      <a:r>
                        <a:rPr kumimoji="1" lang="en-US" altLang="ja-JP" baseline="0" dirty="0" smtClean="0"/>
                        <a:t>( A )</a:t>
                      </a:r>
                    </a:p>
                  </a:txBody>
                  <a:tcPr/>
                </a:tc>
                <a:extLst>
                  <a:ext uri="{0D108BD9-81ED-4DB2-BD59-A6C34878D82A}">
                    <a16:rowId xmlns:a16="http://schemas.microsoft.com/office/drawing/2014/main" val="4138888390"/>
                  </a:ext>
                </a:extLst>
              </a:tr>
              <a:tr h="325134">
                <a:tc>
                  <a:txBody>
                    <a:bodyPr/>
                    <a:lstStyle/>
                    <a:p>
                      <a:r>
                        <a:rPr kumimoji="1" lang="en-US" altLang="ja-JP" sz="1800" kern="1200" dirty="0" smtClean="0">
                          <a:solidFill>
                            <a:schemeClr val="tx1"/>
                          </a:solidFill>
                          <a:latin typeface="+mn-lt"/>
                          <a:ea typeface="+mn-ea"/>
                          <a:cs typeface="+mn-cs"/>
                        </a:rPr>
                        <a:t>D3D11_BLEND_INV_DEST_ALPHA</a:t>
                      </a:r>
                      <a:endParaRPr kumimoji="1" lang="ja-JP" altLang="en-US" dirty="0"/>
                    </a:p>
                  </a:txBody>
                  <a:tcPr/>
                </a:tc>
                <a:tc>
                  <a:txBody>
                    <a:bodyPr/>
                    <a:lstStyle/>
                    <a:p>
                      <a:r>
                        <a:rPr kumimoji="1" lang="ja-JP" altLang="en-US" baseline="0" dirty="0" smtClean="0"/>
                        <a:t>既に描画されている画の透明値の反転</a:t>
                      </a:r>
                      <a:r>
                        <a:rPr kumimoji="1" lang="en-US" altLang="ja-JP" baseline="0" dirty="0" smtClean="0"/>
                        <a:t>( 1.0 – A )</a:t>
                      </a:r>
                    </a:p>
                  </a:txBody>
                  <a:tcPr/>
                </a:tc>
                <a:extLst>
                  <a:ext uri="{0D108BD9-81ED-4DB2-BD59-A6C34878D82A}">
                    <a16:rowId xmlns:a16="http://schemas.microsoft.com/office/drawing/2014/main" val="4237283347"/>
                  </a:ext>
                </a:extLst>
              </a:tr>
              <a:tr h="325134">
                <a:tc>
                  <a:txBody>
                    <a:bodyPr/>
                    <a:lstStyle/>
                    <a:p>
                      <a:r>
                        <a:rPr kumimoji="1" lang="en-US" altLang="ja-JP" sz="1800" kern="1200" dirty="0" smtClean="0">
                          <a:solidFill>
                            <a:schemeClr val="tx1"/>
                          </a:solidFill>
                          <a:latin typeface="+mn-lt"/>
                          <a:ea typeface="+mn-ea"/>
                          <a:cs typeface="+mn-cs"/>
                        </a:rPr>
                        <a:t>D3D11_BLEND_DEST_COLOR</a:t>
                      </a:r>
                      <a:endParaRPr kumimoji="1" lang="ja-JP" altLang="en-US" dirty="0"/>
                    </a:p>
                  </a:txBody>
                  <a:tcPr/>
                </a:tc>
                <a:tc>
                  <a:txBody>
                    <a:bodyPr/>
                    <a:lstStyle/>
                    <a:p>
                      <a:r>
                        <a:rPr kumimoji="1" lang="ja-JP" altLang="en-US" baseline="0" dirty="0" smtClean="0"/>
                        <a:t>既に描画されている画の色</a:t>
                      </a:r>
                      <a:r>
                        <a:rPr kumimoji="1" lang="en-US" altLang="ja-JP" baseline="0" dirty="0" smtClean="0"/>
                        <a:t>( R, G, B )</a:t>
                      </a:r>
                    </a:p>
                  </a:txBody>
                  <a:tcPr/>
                </a:tc>
                <a:extLst>
                  <a:ext uri="{0D108BD9-81ED-4DB2-BD59-A6C34878D82A}">
                    <a16:rowId xmlns:a16="http://schemas.microsoft.com/office/drawing/2014/main" val="3249106022"/>
                  </a:ext>
                </a:extLst>
              </a:tr>
              <a:tr h="325134">
                <a:tc>
                  <a:txBody>
                    <a:bodyPr/>
                    <a:lstStyle/>
                    <a:p>
                      <a:r>
                        <a:rPr kumimoji="1" lang="en-US" altLang="ja-JP" sz="1800" kern="1200" dirty="0" smtClean="0">
                          <a:solidFill>
                            <a:schemeClr val="tx1"/>
                          </a:solidFill>
                          <a:latin typeface="+mn-lt"/>
                          <a:ea typeface="+mn-ea"/>
                          <a:cs typeface="+mn-cs"/>
                        </a:rPr>
                        <a:t>D3D11_BLEND_INV_DEST_COLOR</a:t>
                      </a:r>
                      <a:endParaRPr kumimoji="1" lang="ja-JP" altLang="en-US" dirty="0"/>
                    </a:p>
                  </a:txBody>
                  <a:tcPr/>
                </a:tc>
                <a:tc>
                  <a:txBody>
                    <a:bodyPr/>
                    <a:lstStyle/>
                    <a:p>
                      <a:r>
                        <a:rPr kumimoji="1" lang="ja-JP" altLang="en-US" baseline="0" dirty="0" smtClean="0"/>
                        <a:t>既に描画されている画の色の反転</a:t>
                      </a:r>
                      <a:r>
                        <a:rPr kumimoji="1" lang="en-US" altLang="ja-JP" baseline="0" dirty="0" smtClean="0"/>
                        <a:t>( 1.0 – R, 1.0 – G, 1.0 – B )</a:t>
                      </a:r>
                    </a:p>
                  </a:txBody>
                  <a:tcPr/>
                </a:tc>
                <a:extLst>
                  <a:ext uri="{0D108BD9-81ED-4DB2-BD59-A6C34878D82A}">
                    <a16:rowId xmlns:a16="http://schemas.microsoft.com/office/drawing/2014/main" val="3809902362"/>
                  </a:ext>
                </a:extLst>
              </a:tr>
            </a:tbl>
          </a:graphicData>
        </a:graphic>
      </p:graphicFrame>
      <p:graphicFrame>
        <p:nvGraphicFramePr>
          <p:cNvPr id="5" name="コンテンツ プレースホルダー 3"/>
          <p:cNvGraphicFramePr>
            <a:graphicFrameLocks/>
          </p:cNvGraphicFramePr>
          <p:nvPr>
            <p:extLst>
              <p:ext uri="{D42A27DB-BD31-4B8C-83A1-F6EECF244321}">
                <p14:modId xmlns:p14="http://schemas.microsoft.com/office/powerpoint/2010/main" val="3711167353"/>
              </p:ext>
            </p:extLst>
          </p:nvPr>
        </p:nvGraphicFramePr>
        <p:xfrm>
          <a:off x="609600" y="5315078"/>
          <a:ext cx="10972800" cy="1463040"/>
        </p:xfrm>
        <a:graphic>
          <a:graphicData uri="http://schemas.openxmlformats.org/drawingml/2006/table">
            <a:tbl>
              <a:tblPr firstRow="1" bandRow="1">
                <a:tableStyleId>{8799B23B-EC83-4686-B30A-512413B5E67A}</a:tableStyleId>
              </a:tblPr>
              <a:tblGrid>
                <a:gridCol w="4193894">
                  <a:extLst>
                    <a:ext uri="{9D8B030D-6E8A-4147-A177-3AD203B41FA5}">
                      <a16:colId xmlns:a16="http://schemas.microsoft.com/office/drawing/2014/main" val="3336620466"/>
                    </a:ext>
                  </a:extLst>
                </a:gridCol>
                <a:gridCol w="6778906">
                  <a:extLst>
                    <a:ext uri="{9D8B030D-6E8A-4147-A177-3AD203B41FA5}">
                      <a16:colId xmlns:a16="http://schemas.microsoft.com/office/drawing/2014/main" val="1863149453"/>
                    </a:ext>
                  </a:extLst>
                </a:gridCol>
              </a:tblGrid>
              <a:tr h="234586">
                <a:tc>
                  <a:txBody>
                    <a:bodyPr/>
                    <a:lstStyle/>
                    <a:p>
                      <a:r>
                        <a:rPr kumimoji="1" lang="en-US" altLang="ja-JP" sz="1800" b="1" kern="1200" dirty="0" smtClean="0">
                          <a:solidFill>
                            <a:schemeClr val="tx1"/>
                          </a:solidFill>
                          <a:latin typeface="+mn-lt"/>
                          <a:ea typeface="+mn-ea"/>
                          <a:cs typeface="+mn-cs"/>
                        </a:rPr>
                        <a:t>D3D11_BLEND_OP</a:t>
                      </a:r>
                      <a:endParaRPr kumimoji="1" lang="ja-JP" altLang="en-US" dirty="0"/>
                    </a:p>
                  </a:txBody>
                  <a:tcPr/>
                </a:tc>
                <a:tc>
                  <a:txBody>
                    <a:bodyPr/>
                    <a:lstStyle/>
                    <a:p>
                      <a:r>
                        <a:rPr kumimoji="1" lang="ja-JP" altLang="en-US" dirty="0" smtClean="0"/>
                        <a:t>説明</a:t>
                      </a:r>
                      <a:endParaRPr kumimoji="1" lang="ja-JP" altLang="en-US" dirty="0"/>
                    </a:p>
                  </a:txBody>
                  <a:tcPr/>
                </a:tc>
                <a:extLst>
                  <a:ext uri="{0D108BD9-81ED-4DB2-BD59-A6C34878D82A}">
                    <a16:rowId xmlns:a16="http://schemas.microsoft.com/office/drawing/2014/main" val="1226519244"/>
                  </a:ext>
                </a:extLst>
              </a:tr>
              <a:tr h="234586">
                <a:tc>
                  <a:txBody>
                    <a:bodyPr/>
                    <a:lstStyle/>
                    <a:p>
                      <a:r>
                        <a:rPr kumimoji="1" lang="en-US" altLang="ja-JP" sz="1800" kern="1200" dirty="0" smtClean="0">
                          <a:solidFill>
                            <a:schemeClr val="tx1"/>
                          </a:solidFill>
                          <a:latin typeface="+mn-lt"/>
                          <a:ea typeface="+mn-ea"/>
                          <a:cs typeface="+mn-cs"/>
                        </a:rPr>
                        <a:t>D3D11_BLEND_OP_ADD</a:t>
                      </a:r>
                      <a:endParaRPr kumimoji="1" lang="ja-JP" altLang="en-US" dirty="0"/>
                    </a:p>
                  </a:txBody>
                  <a:tcPr/>
                </a:tc>
                <a:tc>
                  <a:txBody>
                    <a:bodyPr/>
                    <a:lstStyle/>
                    <a:p>
                      <a:r>
                        <a:rPr lang="en-US" altLang="ja-JP" dirty="0" smtClean="0">
                          <a:effectLst/>
                        </a:rPr>
                        <a:t>Destination + Source</a:t>
                      </a:r>
                      <a:endParaRPr lang="en-US" altLang="ja-JP" dirty="0">
                        <a:effectLst/>
                      </a:endParaRPr>
                    </a:p>
                  </a:txBody>
                  <a:tcPr/>
                </a:tc>
                <a:extLst>
                  <a:ext uri="{0D108BD9-81ED-4DB2-BD59-A6C34878D82A}">
                    <a16:rowId xmlns:a16="http://schemas.microsoft.com/office/drawing/2014/main" val="4172280611"/>
                  </a:ext>
                </a:extLst>
              </a:tr>
              <a:tr h="234586">
                <a:tc>
                  <a:txBody>
                    <a:bodyPr/>
                    <a:lstStyle/>
                    <a:p>
                      <a:r>
                        <a:rPr kumimoji="1" lang="en-US" altLang="ja-JP" sz="1800" kern="1200" dirty="0" smtClean="0">
                          <a:solidFill>
                            <a:schemeClr val="tx1"/>
                          </a:solidFill>
                          <a:latin typeface="+mn-lt"/>
                          <a:ea typeface="+mn-ea"/>
                          <a:cs typeface="+mn-cs"/>
                        </a:rPr>
                        <a:t>D3D11_BLEND_OP_SUBTRACT</a:t>
                      </a:r>
                      <a:endParaRPr kumimoji="1" lang="ja-JP" altLang="en-US" dirty="0"/>
                    </a:p>
                  </a:txBody>
                  <a:tcPr/>
                </a:tc>
                <a:tc>
                  <a:txBody>
                    <a:bodyPr/>
                    <a:lstStyle/>
                    <a:p>
                      <a:r>
                        <a:rPr lang="en-US" altLang="ja-JP" dirty="0" smtClean="0">
                          <a:effectLst/>
                        </a:rPr>
                        <a:t>Source - Destination</a:t>
                      </a:r>
                      <a:endParaRPr lang="en-US" altLang="ja-JP" dirty="0">
                        <a:effectLst/>
                      </a:endParaRPr>
                    </a:p>
                  </a:txBody>
                  <a:tcPr/>
                </a:tc>
                <a:extLst>
                  <a:ext uri="{0D108BD9-81ED-4DB2-BD59-A6C34878D82A}">
                    <a16:rowId xmlns:a16="http://schemas.microsoft.com/office/drawing/2014/main" val="414429091"/>
                  </a:ext>
                </a:extLst>
              </a:tr>
              <a:tr h="234586">
                <a:tc>
                  <a:txBody>
                    <a:bodyPr/>
                    <a:lstStyle/>
                    <a:p>
                      <a:r>
                        <a:rPr kumimoji="1" lang="en-US" altLang="ja-JP" sz="1800" kern="1200" dirty="0" smtClean="0">
                          <a:solidFill>
                            <a:schemeClr val="tx1"/>
                          </a:solidFill>
                          <a:latin typeface="+mn-lt"/>
                          <a:ea typeface="+mn-ea"/>
                          <a:cs typeface="+mn-cs"/>
                        </a:rPr>
                        <a:t>D3D11_BLEND_OP_REV_SUBTRACT</a:t>
                      </a:r>
                      <a:endParaRPr kumimoji="1" lang="ja-JP"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dirty="0" smtClean="0">
                          <a:effectLst/>
                        </a:rPr>
                        <a:t>Destination - Source</a:t>
                      </a:r>
                    </a:p>
                  </a:txBody>
                  <a:tcPr/>
                </a:tc>
                <a:extLst>
                  <a:ext uri="{0D108BD9-81ED-4DB2-BD59-A6C34878D82A}">
                    <a16:rowId xmlns:a16="http://schemas.microsoft.com/office/drawing/2014/main" val="604180906"/>
                  </a:ext>
                </a:extLst>
              </a:tr>
            </a:tbl>
          </a:graphicData>
        </a:graphic>
      </p:graphicFrame>
    </p:spTree>
    <p:extLst>
      <p:ext uri="{BB962C8B-B14F-4D97-AF65-F5344CB8AC3E}">
        <p14:creationId xmlns:p14="http://schemas.microsoft.com/office/powerpoint/2010/main" val="1367666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アルファ</a:t>
            </a:r>
            <a:r>
              <a:rPr lang="ja-JP" altLang="en-US" dirty="0"/>
              <a:t>ブレンディング</a:t>
            </a:r>
            <a:endParaRPr kumimoji="1" lang="ja-JP" altLang="en-US" dirty="0"/>
          </a:p>
        </p:txBody>
      </p:sp>
      <p:sp>
        <p:nvSpPr>
          <p:cNvPr id="3" name="コンテンツ プレースホルダー 2"/>
          <p:cNvSpPr>
            <a:spLocks noGrp="1"/>
          </p:cNvSpPr>
          <p:nvPr>
            <p:ph idx="1"/>
          </p:nvPr>
        </p:nvSpPr>
        <p:spPr>
          <a:xfrm>
            <a:off x="6257582" y="1935480"/>
            <a:ext cx="5794872" cy="4343400"/>
          </a:xfrm>
        </p:spPr>
        <p:txBody>
          <a:bodyPr>
            <a:normAutofit/>
          </a:bodyPr>
          <a:lstStyle/>
          <a:p>
            <a:r>
              <a:rPr lang="en-US" altLang="ja-JP" dirty="0" err="1" smtClean="0"/>
              <a:t>SrcBlend</a:t>
            </a:r>
            <a:r>
              <a:rPr lang="en-US" altLang="ja-JP" dirty="0" smtClean="0"/>
              <a:t> =</a:t>
            </a:r>
            <a:endParaRPr lang="en-US" altLang="ja-JP" dirty="0"/>
          </a:p>
          <a:p>
            <a:r>
              <a:rPr lang="en-US" altLang="ja-JP" dirty="0" err="1" smtClean="0"/>
              <a:t>DestBlend</a:t>
            </a:r>
            <a:r>
              <a:rPr lang="en-US" altLang="ja-JP" dirty="0" smtClean="0"/>
              <a:t> =</a:t>
            </a:r>
            <a:endParaRPr lang="en-US" altLang="ja-JP" dirty="0"/>
          </a:p>
          <a:p>
            <a:r>
              <a:rPr lang="en-US" altLang="ja-JP" dirty="0" err="1" smtClean="0"/>
              <a:t>BlendOp</a:t>
            </a:r>
            <a:r>
              <a:rPr lang="en-US" altLang="ja-JP" dirty="0" smtClean="0"/>
              <a:t> =</a:t>
            </a:r>
            <a:endParaRPr lang="en-US" altLang="ja-JP" dirty="0"/>
          </a:p>
          <a:p>
            <a:endParaRPr kumimoji="1" lang="ja-JP" altLang="en-US" dirty="0"/>
          </a:p>
        </p:txBody>
      </p:sp>
      <p:sp>
        <p:nvSpPr>
          <p:cNvPr id="4" name="正方形/長方形 3"/>
          <p:cNvSpPr/>
          <p:nvPr/>
        </p:nvSpPr>
        <p:spPr>
          <a:xfrm>
            <a:off x="609600" y="2378523"/>
            <a:ext cx="5089793" cy="3723701"/>
          </a:xfrm>
          <a:prstGeom prst="rect">
            <a:avLst/>
          </a:prstGeom>
          <a:noFill/>
          <a:ln w="38100">
            <a:solidFill>
              <a:srgbClr val="002060"/>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a:p>
        </p:txBody>
      </p:sp>
      <p:sp>
        <p:nvSpPr>
          <p:cNvPr id="5" name="正方形/長方形 4"/>
          <p:cNvSpPr/>
          <p:nvPr/>
        </p:nvSpPr>
        <p:spPr>
          <a:xfrm>
            <a:off x="1997725" y="3259872"/>
            <a:ext cx="1850834" cy="1707615"/>
          </a:xfrm>
          <a:prstGeom prst="rect">
            <a:avLst/>
          </a:prstGeom>
          <a:noFill/>
          <a:ln w="28575">
            <a:solidFill>
              <a:srgbClr val="0070C0"/>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a:p>
        </p:txBody>
      </p:sp>
      <p:sp>
        <p:nvSpPr>
          <p:cNvPr id="6" name="二等辺三角形 5"/>
          <p:cNvSpPr/>
          <p:nvPr/>
        </p:nvSpPr>
        <p:spPr>
          <a:xfrm>
            <a:off x="1953657" y="4135713"/>
            <a:ext cx="1938969" cy="1663547"/>
          </a:xfrm>
          <a:prstGeom prst="triangle">
            <a:avLst/>
          </a:prstGeom>
          <a:noFill/>
          <a:ln w="28575">
            <a:solidFill>
              <a:srgbClr val="FF0000"/>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a:p>
        </p:txBody>
      </p:sp>
      <p:sp>
        <p:nvSpPr>
          <p:cNvPr id="7" name="円形吹き出し 6"/>
          <p:cNvSpPr/>
          <p:nvPr/>
        </p:nvSpPr>
        <p:spPr>
          <a:xfrm>
            <a:off x="3555339" y="1935480"/>
            <a:ext cx="2125975" cy="1531344"/>
          </a:xfrm>
          <a:prstGeom prst="wedgeEllipseCallout">
            <a:avLst>
              <a:gd name="adj1" fmla="val -79401"/>
              <a:gd name="adj2" fmla="val 129316"/>
            </a:avLst>
          </a:prstGeom>
          <a:solidFill>
            <a:schemeClr val="bg1"/>
          </a:solidFill>
          <a:ln>
            <a:solidFill>
              <a:srgbClr val="FFC000"/>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ja-JP" altLang="en-US" dirty="0" smtClean="0"/>
              <a:t>ここの色は</a:t>
            </a:r>
            <a:r>
              <a:rPr kumimoji="1" lang="en-US" altLang="ja-JP" dirty="0" smtClean="0"/>
              <a:t/>
            </a:r>
            <a:br>
              <a:rPr kumimoji="1" lang="en-US" altLang="ja-JP" dirty="0" smtClean="0"/>
            </a:br>
            <a:r>
              <a:rPr kumimoji="1" lang="ja-JP" altLang="en-US" dirty="0" smtClean="0"/>
              <a:t>何色になる？</a:t>
            </a:r>
            <a:endParaRPr kumimoji="1" lang="ja-JP" altLang="en-US" dirty="0"/>
          </a:p>
        </p:txBody>
      </p:sp>
      <p:sp>
        <p:nvSpPr>
          <p:cNvPr id="8" name="楕円 7"/>
          <p:cNvSpPr/>
          <p:nvPr/>
        </p:nvSpPr>
        <p:spPr>
          <a:xfrm>
            <a:off x="2876319" y="4681048"/>
            <a:ext cx="112926" cy="110170"/>
          </a:xfrm>
          <a:prstGeom prst="ellipse">
            <a:avLst/>
          </a:prstGeom>
          <a:solidFill>
            <a:schemeClr val="tx1"/>
          </a:solidFill>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a:p>
        </p:txBody>
      </p:sp>
      <p:sp>
        <p:nvSpPr>
          <p:cNvPr id="9" name="円形吹き出し 8"/>
          <p:cNvSpPr/>
          <p:nvPr/>
        </p:nvSpPr>
        <p:spPr>
          <a:xfrm>
            <a:off x="3675748" y="5212614"/>
            <a:ext cx="1289680" cy="848298"/>
          </a:xfrm>
          <a:prstGeom prst="wedgeEllipseCallout">
            <a:avLst>
              <a:gd name="adj1" fmla="val -72146"/>
              <a:gd name="adj2" fmla="val -18166"/>
            </a:avLst>
          </a:prstGeom>
          <a:solidFill>
            <a:schemeClr val="bg1"/>
          </a:solidFill>
          <a:ln>
            <a:solidFill>
              <a:srgbClr val="FFC000"/>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ja-JP" altLang="en-US" dirty="0" smtClean="0"/>
              <a:t>透明度</a:t>
            </a:r>
            <a:endParaRPr kumimoji="1" lang="en-US" altLang="ja-JP" dirty="0" smtClean="0"/>
          </a:p>
          <a:p>
            <a:pPr algn="ctr"/>
            <a:r>
              <a:rPr kumimoji="1" lang="en-US" altLang="ja-JP" dirty="0" smtClean="0"/>
              <a:t>0.3</a:t>
            </a:r>
          </a:p>
        </p:txBody>
      </p:sp>
    </p:spTree>
    <p:extLst>
      <p:ext uri="{BB962C8B-B14F-4D97-AF65-F5344CB8AC3E}">
        <p14:creationId xmlns:p14="http://schemas.microsoft.com/office/powerpoint/2010/main" val="144060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アルファ</a:t>
            </a:r>
            <a:r>
              <a:rPr lang="ja-JP" altLang="en-US" dirty="0"/>
              <a:t>ブレンディング</a:t>
            </a:r>
            <a:endParaRPr kumimoji="1" lang="ja-JP" altLang="en-US" dirty="0"/>
          </a:p>
        </p:txBody>
      </p:sp>
      <p:sp>
        <p:nvSpPr>
          <p:cNvPr id="3" name="コンテンツ プレースホルダー 2"/>
          <p:cNvSpPr>
            <a:spLocks noGrp="1"/>
          </p:cNvSpPr>
          <p:nvPr>
            <p:ph idx="1"/>
          </p:nvPr>
        </p:nvSpPr>
        <p:spPr>
          <a:xfrm>
            <a:off x="6257582" y="1935480"/>
            <a:ext cx="5794872" cy="4343400"/>
          </a:xfrm>
        </p:spPr>
        <p:txBody>
          <a:bodyPr>
            <a:normAutofit/>
          </a:bodyPr>
          <a:lstStyle/>
          <a:p>
            <a:r>
              <a:rPr lang="en-US" altLang="ja-JP" dirty="0" err="1" smtClean="0"/>
              <a:t>SrcBlend</a:t>
            </a:r>
            <a:r>
              <a:rPr lang="en-US" altLang="ja-JP" dirty="0" smtClean="0"/>
              <a:t> </a:t>
            </a:r>
            <a:r>
              <a:rPr lang="en-US" altLang="ja-JP" dirty="0"/>
              <a:t>= </a:t>
            </a:r>
            <a:r>
              <a:rPr lang="en-US" altLang="ja-JP" dirty="0" smtClean="0"/>
              <a:t>BLEND_SRC_ALPHA</a:t>
            </a:r>
            <a:r>
              <a:rPr lang="en-US" altLang="ja-JP" dirty="0"/>
              <a:t>;</a:t>
            </a:r>
          </a:p>
          <a:p>
            <a:r>
              <a:rPr lang="en-US" altLang="ja-JP" dirty="0" err="1" smtClean="0"/>
              <a:t>DestBlend</a:t>
            </a:r>
            <a:r>
              <a:rPr lang="en-US" altLang="ja-JP" dirty="0" smtClean="0"/>
              <a:t> </a:t>
            </a:r>
            <a:r>
              <a:rPr lang="en-US" altLang="ja-JP" dirty="0"/>
              <a:t>= </a:t>
            </a:r>
            <a:r>
              <a:rPr lang="en-US" altLang="ja-JP" dirty="0" smtClean="0"/>
              <a:t>BLEND_INV_SRC_ALPHA</a:t>
            </a:r>
            <a:r>
              <a:rPr lang="en-US" altLang="ja-JP" dirty="0"/>
              <a:t>;</a:t>
            </a:r>
          </a:p>
          <a:p>
            <a:r>
              <a:rPr lang="en-US" altLang="ja-JP" dirty="0" err="1" smtClean="0"/>
              <a:t>BlendOp</a:t>
            </a:r>
            <a:r>
              <a:rPr lang="en-US" altLang="ja-JP" dirty="0" smtClean="0"/>
              <a:t> </a:t>
            </a:r>
            <a:r>
              <a:rPr lang="en-US" altLang="ja-JP" dirty="0"/>
              <a:t>= </a:t>
            </a:r>
            <a:r>
              <a:rPr lang="en-US" altLang="ja-JP" dirty="0" smtClean="0"/>
              <a:t>BLEND_OP_ADD</a:t>
            </a:r>
            <a:r>
              <a:rPr lang="en-US" altLang="ja-JP" dirty="0"/>
              <a:t>;</a:t>
            </a:r>
          </a:p>
          <a:p>
            <a:endParaRPr kumimoji="1" lang="en-US" altLang="ja-JP" dirty="0" smtClean="0"/>
          </a:p>
          <a:p>
            <a:pPr marL="0" indent="0">
              <a:buNone/>
            </a:pPr>
            <a:r>
              <a:rPr lang="ja-JP" altLang="en-US" dirty="0" smtClean="0"/>
              <a:t>　</a:t>
            </a:r>
            <a:r>
              <a:rPr lang="en-US" altLang="ja-JP" dirty="0" smtClean="0"/>
              <a:t>(0.0, 0.0, 1.0)×0.7  </a:t>
            </a:r>
            <a:r>
              <a:rPr lang="en-US" altLang="ja-JP" dirty="0" err="1" smtClean="0"/>
              <a:t>Dest</a:t>
            </a:r>
            <a:r>
              <a:rPr lang="en-US" altLang="ja-JP" dirty="0" smtClean="0"/>
              <a:t/>
            </a:r>
            <a:br>
              <a:rPr lang="en-US" altLang="ja-JP" dirty="0" smtClean="0"/>
            </a:br>
            <a:r>
              <a:rPr lang="ja-JP" altLang="en-US" dirty="0" smtClean="0"/>
              <a:t>＋</a:t>
            </a:r>
            <a:r>
              <a:rPr lang="en-US" altLang="ja-JP" dirty="0" smtClean="0"/>
              <a:t>(1.0, 0.0, 0.0)×0.3  </a:t>
            </a:r>
            <a:r>
              <a:rPr lang="en-US" altLang="ja-JP" dirty="0" err="1" smtClean="0"/>
              <a:t>Src</a:t>
            </a:r>
            <a:r>
              <a:rPr lang="en-US" altLang="ja-JP" dirty="0" smtClean="0"/>
              <a:t/>
            </a:r>
            <a:br>
              <a:rPr lang="en-US" altLang="ja-JP" dirty="0" smtClean="0"/>
            </a:br>
            <a:r>
              <a:rPr lang="en-US" altLang="ja-JP" dirty="0" smtClean="0"/>
              <a:t>-----------------------</a:t>
            </a:r>
          </a:p>
          <a:p>
            <a:pPr marL="0" indent="0">
              <a:buNone/>
            </a:pPr>
            <a:r>
              <a:rPr lang="ja-JP" altLang="en-US" dirty="0" smtClean="0"/>
              <a:t>　</a:t>
            </a:r>
            <a:r>
              <a:rPr lang="en-US" altLang="ja-JP" dirty="0" smtClean="0"/>
              <a:t>(0.3, 0.0, 0.7)</a:t>
            </a:r>
            <a:endParaRPr kumimoji="1" lang="ja-JP" altLang="en-US" dirty="0"/>
          </a:p>
        </p:txBody>
      </p:sp>
      <p:sp>
        <p:nvSpPr>
          <p:cNvPr id="4" name="正方形/長方形 3"/>
          <p:cNvSpPr/>
          <p:nvPr/>
        </p:nvSpPr>
        <p:spPr>
          <a:xfrm>
            <a:off x="609600" y="2378523"/>
            <a:ext cx="5089793" cy="3723701"/>
          </a:xfrm>
          <a:prstGeom prst="rect">
            <a:avLst/>
          </a:prstGeom>
          <a:noFill/>
          <a:ln w="38100">
            <a:solidFill>
              <a:srgbClr val="002060"/>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a:p>
        </p:txBody>
      </p:sp>
      <p:sp>
        <p:nvSpPr>
          <p:cNvPr id="5" name="正方形/長方形 4"/>
          <p:cNvSpPr/>
          <p:nvPr/>
        </p:nvSpPr>
        <p:spPr>
          <a:xfrm>
            <a:off x="1997725" y="3259872"/>
            <a:ext cx="1850834" cy="1707615"/>
          </a:xfrm>
          <a:prstGeom prst="rect">
            <a:avLst/>
          </a:prstGeom>
          <a:noFill/>
          <a:ln w="28575">
            <a:solidFill>
              <a:srgbClr val="0070C0"/>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a:p>
        </p:txBody>
      </p:sp>
      <p:sp>
        <p:nvSpPr>
          <p:cNvPr id="6" name="二等辺三角形 5"/>
          <p:cNvSpPr/>
          <p:nvPr/>
        </p:nvSpPr>
        <p:spPr>
          <a:xfrm>
            <a:off x="1953657" y="4135713"/>
            <a:ext cx="1938969" cy="1663547"/>
          </a:xfrm>
          <a:prstGeom prst="triangle">
            <a:avLst/>
          </a:prstGeom>
          <a:noFill/>
          <a:ln w="28575">
            <a:solidFill>
              <a:srgbClr val="FF0000"/>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a:p>
        </p:txBody>
      </p:sp>
      <p:sp>
        <p:nvSpPr>
          <p:cNvPr id="7" name="円形吹き出し 6"/>
          <p:cNvSpPr/>
          <p:nvPr/>
        </p:nvSpPr>
        <p:spPr>
          <a:xfrm>
            <a:off x="3555339" y="1935480"/>
            <a:ext cx="2125975" cy="1531344"/>
          </a:xfrm>
          <a:prstGeom prst="wedgeEllipseCallout">
            <a:avLst>
              <a:gd name="adj1" fmla="val -79401"/>
              <a:gd name="adj2" fmla="val 129316"/>
            </a:avLst>
          </a:prstGeom>
          <a:solidFill>
            <a:schemeClr val="bg1"/>
          </a:solidFill>
          <a:ln>
            <a:solidFill>
              <a:srgbClr val="FFC000"/>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ja-JP" altLang="en-US" dirty="0" smtClean="0"/>
              <a:t>青っぽい</a:t>
            </a:r>
            <a:r>
              <a:rPr kumimoji="1" lang="ja-JP" altLang="en-US" dirty="0"/>
              <a:t>紫</a:t>
            </a:r>
          </a:p>
        </p:txBody>
      </p:sp>
      <p:sp>
        <p:nvSpPr>
          <p:cNvPr id="8" name="楕円 7"/>
          <p:cNvSpPr/>
          <p:nvPr/>
        </p:nvSpPr>
        <p:spPr>
          <a:xfrm>
            <a:off x="2876319" y="4681048"/>
            <a:ext cx="112926" cy="110170"/>
          </a:xfrm>
          <a:prstGeom prst="ellipse">
            <a:avLst/>
          </a:prstGeom>
          <a:solidFill>
            <a:schemeClr val="tx1"/>
          </a:solidFill>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a:p>
        </p:txBody>
      </p:sp>
      <p:sp>
        <p:nvSpPr>
          <p:cNvPr id="9" name="円形吹き出し 8"/>
          <p:cNvSpPr/>
          <p:nvPr/>
        </p:nvSpPr>
        <p:spPr>
          <a:xfrm>
            <a:off x="3675748" y="5212614"/>
            <a:ext cx="1909804" cy="848298"/>
          </a:xfrm>
          <a:prstGeom prst="wedgeEllipseCallout">
            <a:avLst>
              <a:gd name="adj1" fmla="val -72146"/>
              <a:gd name="adj2" fmla="val -18166"/>
            </a:avLst>
          </a:prstGeom>
          <a:solidFill>
            <a:schemeClr val="bg1"/>
          </a:solidFill>
          <a:ln>
            <a:solidFill>
              <a:srgbClr val="FFC000"/>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ja-JP" altLang="en-US" dirty="0" smtClean="0"/>
              <a:t>ブレンド</a:t>
            </a:r>
            <a:r>
              <a:rPr kumimoji="1" lang="ja-JP" altLang="en-US" dirty="0"/>
              <a:t>率</a:t>
            </a:r>
            <a:endParaRPr kumimoji="1" lang="en-US" altLang="ja-JP" dirty="0" smtClean="0"/>
          </a:p>
          <a:p>
            <a:pPr algn="ctr"/>
            <a:r>
              <a:rPr kumimoji="1" lang="en-US" altLang="ja-JP" dirty="0" smtClean="0"/>
              <a:t>0.3</a:t>
            </a:r>
          </a:p>
        </p:txBody>
      </p:sp>
      <p:sp>
        <p:nvSpPr>
          <p:cNvPr id="10" name="円形吹き出し 9"/>
          <p:cNvSpPr/>
          <p:nvPr/>
        </p:nvSpPr>
        <p:spPr>
          <a:xfrm>
            <a:off x="770897" y="2465281"/>
            <a:ext cx="1928236" cy="848298"/>
          </a:xfrm>
          <a:prstGeom prst="wedgeEllipseCallout">
            <a:avLst>
              <a:gd name="adj1" fmla="val 38838"/>
              <a:gd name="adj2" fmla="val 68847"/>
            </a:avLst>
          </a:prstGeom>
          <a:solidFill>
            <a:schemeClr val="bg1"/>
          </a:solidFill>
          <a:ln>
            <a:solidFill>
              <a:srgbClr val="FFC000"/>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ja-JP" altLang="en-US" dirty="0" smtClean="0"/>
              <a:t>ブレンド率</a:t>
            </a:r>
            <a:endParaRPr kumimoji="1" lang="en-US" altLang="ja-JP" dirty="0" smtClean="0"/>
          </a:p>
          <a:p>
            <a:pPr algn="ctr"/>
            <a:r>
              <a:rPr kumimoji="1" lang="en-US" altLang="ja-JP" dirty="0" smtClean="0"/>
              <a:t>0.7</a:t>
            </a:r>
          </a:p>
        </p:txBody>
      </p:sp>
    </p:spTree>
    <p:extLst>
      <p:ext uri="{BB962C8B-B14F-4D97-AF65-F5344CB8AC3E}">
        <p14:creationId xmlns:p14="http://schemas.microsoft.com/office/powerpoint/2010/main" val="3839466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深度</a:t>
            </a:r>
            <a:r>
              <a:rPr lang="ja-JP" altLang="en-US" dirty="0" smtClean="0"/>
              <a:t>バッファの弱点</a:t>
            </a:r>
            <a:endParaRPr kumimoji="1" lang="ja-JP" altLang="en-US" dirty="0"/>
          </a:p>
        </p:txBody>
      </p:sp>
      <p:sp>
        <p:nvSpPr>
          <p:cNvPr id="3" name="コンテンツ プレースホルダー 2"/>
          <p:cNvSpPr>
            <a:spLocks noGrp="1"/>
          </p:cNvSpPr>
          <p:nvPr>
            <p:ph idx="1"/>
          </p:nvPr>
        </p:nvSpPr>
        <p:spPr>
          <a:xfrm>
            <a:off x="609600" y="1935480"/>
            <a:ext cx="10972800" cy="1042182"/>
          </a:xfrm>
        </p:spPr>
        <p:txBody>
          <a:bodyPr/>
          <a:lstStyle/>
          <a:p>
            <a:r>
              <a:rPr lang="ja-JP" altLang="en-US" dirty="0"/>
              <a:t>手前にレンダリングされた半透明オブジェクトの深度情報により</a:t>
            </a:r>
            <a:r>
              <a:rPr lang="ja-JP" altLang="en-US" dirty="0" smtClean="0"/>
              <a:t>、</a:t>
            </a:r>
            <a:r>
              <a:rPr lang="en-US" altLang="ja-JP" dirty="0"/>
              <a:t/>
            </a:r>
            <a:br>
              <a:rPr lang="en-US" altLang="ja-JP" dirty="0"/>
            </a:br>
            <a:r>
              <a:rPr lang="ja-JP" altLang="en-US" b="1" dirty="0" smtClean="0"/>
              <a:t>奥</a:t>
            </a:r>
            <a:r>
              <a:rPr lang="ja-JP" altLang="en-US" b="1" dirty="0"/>
              <a:t>のオブジェクトがレンダリングされない</a:t>
            </a:r>
            <a:r>
              <a:rPr lang="ja-JP" altLang="en-US" dirty="0"/>
              <a:t>、と</a:t>
            </a:r>
            <a:r>
              <a:rPr lang="ja-JP" altLang="en-US" dirty="0" smtClean="0"/>
              <a:t>いう現象が起きる。</a:t>
            </a:r>
            <a:endParaRPr kumimoji="1" lang="ja-JP" altLang="en-US" dirty="0"/>
          </a:p>
        </p:txBody>
      </p:sp>
      <p:pic>
        <p:nvPicPr>
          <p:cNvPr id="1026" name="Picture 2" descr="image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5523" y="2971799"/>
            <a:ext cx="4933950" cy="3886201"/>
          </a:xfrm>
          <a:prstGeom prst="rect">
            <a:avLst/>
          </a:prstGeom>
          <a:noFill/>
          <a:extLst>
            <a:ext uri="{909E8E84-426E-40DD-AFC4-6F175D3DCCD1}">
              <a14:hiddenFill xmlns:a14="http://schemas.microsoft.com/office/drawing/2010/main">
                <a:solidFill>
                  <a:srgbClr val="FFFFFF"/>
                </a:solidFill>
              </a14:hiddenFill>
            </a:ext>
          </a:extLst>
        </p:spPr>
      </p:pic>
      <p:sp>
        <p:nvSpPr>
          <p:cNvPr id="7" name="円形吹き出し 6"/>
          <p:cNvSpPr/>
          <p:nvPr/>
        </p:nvSpPr>
        <p:spPr>
          <a:xfrm>
            <a:off x="6735396" y="3363509"/>
            <a:ext cx="5188944" cy="2211026"/>
          </a:xfrm>
          <a:prstGeom prst="wedgeEllipseCallout">
            <a:avLst>
              <a:gd name="adj1" fmla="val -56859"/>
              <a:gd name="adj2" fmla="val 31608"/>
            </a:avLst>
          </a:prstGeom>
          <a:ln w="38100"/>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dirty="0" smtClean="0"/>
              <a:t>半透明オブジェクトを手前から</a:t>
            </a:r>
            <a:endParaRPr kumimoji="1" lang="en-US" altLang="ja-JP" dirty="0" smtClean="0"/>
          </a:p>
          <a:p>
            <a:pPr algn="ctr"/>
            <a:r>
              <a:rPr kumimoji="1" lang="ja-JP" altLang="en-US" dirty="0" smtClean="0"/>
              <a:t>描いた場合は図のようになる。</a:t>
            </a:r>
            <a:endParaRPr kumimoji="1" lang="en-US" altLang="ja-JP" dirty="0" smtClean="0"/>
          </a:p>
          <a:p>
            <a:pPr algn="ctr"/>
            <a:endParaRPr kumimoji="1" lang="en-US" altLang="ja-JP" dirty="0"/>
          </a:p>
          <a:p>
            <a:pPr algn="ctr"/>
            <a:r>
              <a:rPr kumimoji="1" lang="ja-JP" altLang="en-US" dirty="0" smtClean="0"/>
              <a:t>半透明オブジェクトを描くときは</a:t>
            </a:r>
            <a:endParaRPr kumimoji="1" lang="en-US" altLang="ja-JP" dirty="0" smtClean="0"/>
          </a:p>
          <a:p>
            <a:pPr algn="ctr"/>
            <a:r>
              <a:rPr kumimoji="1" lang="ja-JP" altLang="en-US" dirty="0"/>
              <a:t>奥</a:t>
            </a:r>
            <a:r>
              <a:rPr kumimoji="1" lang="ja-JP" altLang="en-US" dirty="0" smtClean="0"/>
              <a:t>から</a:t>
            </a:r>
            <a:r>
              <a:rPr kumimoji="1" lang="ja-JP" altLang="en-US" dirty="0"/>
              <a:t>順</a:t>
            </a:r>
            <a:r>
              <a:rPr kumimoji="1" lang="ja-JP" altLang="en-US" dirty="0" smtClean="0"/>
              <a:t>に描画しよう</a:t>
            </a:r>
            <a:r>
              <a:rPr kumimoji="1" lang="ja-JP" altLang="en-US" dirty="0"/>
              <a:t>！</a:t>
            </a:r>
          </a:p>
        </p:txBody>
      </p:sp>
    </p:spTree>
    <p:extLst>
      <p:ext uri="{BB962C8B-B14F-4D97-AF65-F5344CB8AC3E}">
        <p14:creationId xmlns:p14="http://schemas.microsoft.com/office/powerpoint/2010/main" val="2628866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実習内容</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アルファ値</a:t>
            </a:r>
            <a:r>
              <a:rPr kumimoji="1" lang="ja-JP" altLang="en-US" dirty="0" smtClean="0"/>
              <a:t>を制御し、ポリゴンが重なった部分が</a:t>
            </a:r>
            <a:r>
              <a:rPr kumimoji="1" lang="en-US" altLang="ja-JP" dirty="0" smtClean="0"/>
              <a:t/>
            </a:r>
            <a:br>
              <a:rPr kumimoji="1" lang="en-US" altLang="ja-JP" dirty="0" smtClean="0"/>
            </a:br>
            <a:r>
              <a:rPr lang="ja-JP" altLang="en-US" dirty="0"/>
              <a:t>色</a:t>
            </a:r>
            <a:r>
              <a:rPr lang="ja-JP" altLang="en-US" dirty="0" smtClean="0"/>
              <a:t>が</a:t>
            </a:r>
            <a:r>
              <a:rPr kumimoji="1" lang="ja-JP" altLang="en-US" dirty="0" smtClean="0"/>
              <a:t>ブレンディングされた表示になるようにする</a:t>
            </a:r>
            <a:r>
              <a:rPr kumimoji="1" lang="ja-JP" altLang="en-US" dirty="0" smtClean="0"/>
              <a:t>。</a:t>
            </a:r>
            <a:endParaRPr kumimoji="1" lang="en-US" altLang="ja-JP" dirty="0" smtClean="0"/>
          </a:p>
          <a:p>
            <a:endParaRPr lang="en-US" altLang="ja-JP" dirty="0"/>
          </a:p>
          <a:p>
            <a:r>
              <a:rPr lang="ja-JP" altLang="en-US" dirty="0"/>
              <a:t>様々</a:t>
            </a:r>
            <a:r>
              <a:rPr lang="ja-JP" altLang="en-US" dirty="0" smtClean="0"/>
              <a:t>なブレンドステートを確認する。</a:t>
            </a:r>
            <a:endParaRPr kumimoji="1" lang="ja-JP" altLang="en-US" dirty="0"/>
          </a:p>
        </p:txBody>
      </p:sp>
    </p:spTree>
    <p:extLst>
      <p:ext uri="{BB962C8B-B14F-4D97-AF65-F5344CB8AC3E}">
        <p14:creationId xmlns:p14="http://schemas.microsoft.com/office/powerpoint/2010/main" val="2873519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ブレーンストーミングのプレゼンテーション">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rtlCol="0" anchor="ctr"/>
      <a:lstStyle>
        <a:defPPr algn="ctr">
          <a:defRPr/>
        </a:defPPr>
      </a:lstStyle>
      <a:style>
        <a:lnRef idx="1">
          <a:schemeClr val="accent3"/>
        </a:lnRef>
        <a:fillRef idx="2">
          <a:schemeClr val="accent3"/>
        </a:fillRef>
        <a:effectRef idx="1">
          <a:schemeClr val="accent3"/>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none" rtlCol="0">
        <a:spAutoFit/>
      </a:bodyPr>
      <a:lstStyle>
        <a:defPPr>
          <a:defRPr dirty="0" err="1" smtClean="0"/>
        </a:defPPr>
      </a:lstStyle>
    </a:txDef>
  </a:objectDefaults>
  <a:extraClrSchemeLst/>
  <a:extLst>
    <a:ext uri="{05A4C25C-085E-4340-85A3-A5531E510DB2}">
      <thm15:themeFamily xmlns:thm15="http://schemas.microsoft.com/office/thememl/2012/main" name="Office_15870482_TF03460637.potx" id="{8F3B156D-932A-4C4F-B19B-13DA9C7AB513}" vid="{CAF0C7A8-6467-402F-B5CC-E460ADA54AEF}"/>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ビジネス ブレーンストーミング プレゼンテーション</Template>
  <TotalTime>726</TotalTime>
  <Words>338</Words>
  <Application>Microsoft Office PowerPoint</Application>
  <PresentationFormat>ワイド画面</PresentationFormat>
  <Paragraphs>83</Paragraphs>
  <Slides>14</Slides>
  <Notes>9</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14</vt:i4>
      </vt:variant>
    </vt:vector>
  </HeadingPairs>
  <TitlesOfParts>
    <vt:vector size="20" baseType="lpstr">
      <vt:lpstr>Meiryo UI</vt:lpstr>
      <vt:lpstr>ＭＳ ゴシック</vt:lpstr>
      <vt:lpstr>ＭＳ 明朝</vt:lpstr>
      <vt:lpstr>Palatino Linotype</vt:lpstr>
      <vt:lpstr>Wingdings 2</vt:lpstr>
      <vt:lpstr>ブレーンストーミングのプレゼンテーション</vt:lpstr>
      <vt:lpstr>描画エンジン開発Ⅰ・Ⅱ</vt:lpstr>
      <vt:lpstr>授業内容</vt:lpstr>
      <vt:lpstr>実行結果（アルファブレンド）</vt:lpstr>
      <vt:lpstr>実行結果（ブレンドなし）</vt:lpstr>
      <vt:lpstr>実行結果（加算ブレンド）</vt:lpstr>
      <vt:lpstr>実行結果（減算ブレンド）</vt:lpstr>
      <vt:lpstr>実行結果（乗算ブレンド）</vt:lpstr>
      <vt:lpstr>透明値（アルファ）の制御</vt:lpstr>
      <vt:lpstr>画面に表示する色の合成(ブレンディング)</vt:lpstr>
      <vt:lpstr>D3D11_BLENDについて</vt:lpstr>
      <vt:lpstr>アルファブレンディング</vt:lpstr>
      <vt:lpstr>アルファブレンディング</vt:lpstr>
      <vt:lpstr>深度バッファの弱点</vt:lpstr>
      <vt:lpstr>実習内容</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描画エンジン制作Ⅰ</dc:title>
  <dc:creator>吉野 広二</dc:creator>
  <cp:lastModifiedBy>吉野 広二</cp:lastModifiedBy>
  <cp:revision>55</cp:revision>
  <dcterms:created xsi:type="dcterms:W3CDTF">2019-03-17T05:51:21Z</dcterms:created>
  <dcterms:modified xsi:type="dcterms:W3CDTF">2021-03-04T06:51:08Z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74069100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