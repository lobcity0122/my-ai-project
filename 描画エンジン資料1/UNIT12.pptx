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handoutMasterIdLst>
    <p:handoutMasterId r:id="rId13"/>
  </p:handoutMasterIdLst>
  <p:sldIdLst>
    <p:sldId id="272" r:id="rId2"/>
    <p:sldId id="297" r:id="rId3"/>
    <p:sldId id="293" r:id="rId4"/>
    <p:sldId id="299" r:id="rId5"/>
    <p:sldId id="300" r:id="rId6"/>
    <p:sldId id="301" r:id="rId7"/>
    <p:sldId id="302" r:id="rId8"/>
    <p:sldId id="303" r:id="rId9"/>
    <p:sldId id="276" r:id="rId10"/>
    <p:sldId id="298" r:id="rId11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8" autoAdjust="0"/>
    <p:restoredTop sz="75270" autoAdjust="0"/>
  </p:normalViewPr>
  <p:slideViewPr>
    <p:cSldViewPr snapToGrid="0">
      <p:cViewPr varScale="1">
        <p:scale>
          <a:sx n="58" d="100"/>
          <a:sy n="58" d="100"/>
        </p:scale>
        <p:origin x="67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14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DA88A-700E-4959-AD05-3C421866BDC6}" type="datetime4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2021年6月30日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9A4F4-89FA-4551-A9F4-ECDBD52C06D6}" type="slidenum">
              <a:rPr kumimoji="1"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4810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ECA54F6-A409-4052-BA8C-D33E3AF8AD29}" type="datetime4">
              <a:rPr lang="ja-JP" altLang="en-US" smtClean="0"/>
              <a:pPr/>
              <a:t>2021年6月30日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93B0CF2-7F87-4E02-A248-870047730F99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0783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長方形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cxnSp>
          <p:nvCxnSpPr>
            <p:cNvPr id="7" name="直線​​コネクタ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直線​​コネクタ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タイトル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17" name="サブタイトル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ja-JP" altLang="en-US" noProof="0" smtClean="0"/>
              <a:t>マスター サブタイトルの書式設定</a:t>
            </a:r>
            <a:endParaRPr kumimoji="0" lang="ja-JP" altLang="en-US" noProof="0" dirty="0"/>
          </a:p>
        </p:txBody>
      </p:sp>
      <p:sp>
        <p:nvSpPr>
          <p:cNvPr id="30" name="日付プレースホルダー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D9F5B4-D2B9-4671-9B63-0110E6386A4E}" type="datetime4">
              <a:rPr lang="ja-JP" altLang="en-US" smtClean="0"/>
              <a:t>2021年6月30日</a:t>
            </a:fld>
            <a:endParaRPr lang="en-US" dirty="0"/>
          </a:p>
        </p:txBody>
      </p:sp>
      <p:sp>
        <p:nvSpPr>
          <p:cNvPr id="19" name="フッター プレースホルダー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27" name="スライド番号プレースホルダー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0C11D6-D226-45B1-8AA5-91C501F3B0E7}" type="datetime4">
              <a:rPr lang="ja-JP" altLang="en-US" smtClean="0"/>
              <a:t>2021年6月30日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400AA1-06A4-444F-94EA-80BA16484187}" type="datetime4">
              <a:rPr lang="ja-JP" altLang="en-US" smtClean="0"/>
              <a:t>2021年6月30日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38B790-6ACD-441F-B06D-4917F8B429D2}" type="datetime4">
              <a:rPr lang="ja-JP" altLang="en-US" smtClean="0"/>
              <a:t>2021年6月30日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ja-JP" altLang="en-US" smtClean="0"/>
              <a:t>マスター タイトルの書式設定</a:t>
            </a:r>
            <a:endParaRPr kumimoji="0"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296CEC-F0EC-4499-B406-555829E93D38}" type="datetime4">
              <a:rPr lang="ja-JP" altLang="en-US" smtClean="0"/>
              <a:t>2021年6月30日</a:t>
            </a:fld>
            <a:endParaRPr 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" dirty="0"/>
              <a:t>フッターを追加</a:t>
            </a:r>
            <a:endParaRPr 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C8EE4A-0564-4F19-AF56-1B86A81857A1}" type="datetime4">
              <a:rPr lang="ja-JP" altLang="en-US" smtClean="0"/>
              <a:t>2021年6月30日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D0A0B1-5389-4168-8C71-456999E01C6A}" type="datetime4">
              <a:rPr lang="ja-JP" altLang="en-US" smtClean="0"/>
              <a:t>2021年6月30日</a:t>
            </a:fld>
            <a:endParaRPr 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FAF4E1-8E5B-454D-966C-37225B9702A6}" type="datetime4">
              <a:rPr lang="ja-JP" altLang="en-US" smtClean="0"/>
              <a:t>2021年6月30日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キャプション付きの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つの角を切り取って丸めた四角形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図プレースホルダー 2" descr="画像を追加する空のプレースホルダー。プレースホルダーをクリックし、追加する画像を選択します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ja-JP" altLang="en-US" noProof="0" smtClean="0"/>
              <a:t>図を追加</a:t>
            </a:r>
            <a:endParaRPr kumimoji="0"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A228A8-1DDA-4C9E-B7BB-B3D4A4576159}" type="datetime4">
              <a:rPr lang="ja-JP" altLang="en-US" smtClean="0"/>
              <a:t>2021年6月30日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  <p:sp>
        <p:nvSpPr>
          <p:cNvPr id="10" name="フリーフォーム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フリーフォーム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89D195-22A8-4E03-A4C1-FF558F7B427F}" type="datetime4">
              <a:rPr lang="ja-JP" altLang="en-US" smtClean="0"/>
              <a:t>2021年6月30日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9B777F-2BA6-42C0-83EF-2CC97DD0D6E7}" type="datetime4">
              <a:rPr lang="ja-JP" altLang="en-US" smtClean="0"/>
              <a:t>2021年6月30日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長方形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grpSp>
          <p:nvGrpSpPr>
            <p:cNvPr id="27" name="グループ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フリーフォーム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フリーフォーム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グループ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フリーフォーム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  <p:sp>
              <p:nvSpPr>
                <p:cNvPr id="33" name="フリーフォーム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</p:grpSp>
        </p:grpSp>
      </p:grpSp>
      <p:sp>
        <p:nvSpPr>
          <p:cNvPr id="9" name="タイトル プレースホルダー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ja-JP" altLang="en-US" noProof="0" dirty="0"/>
              <a:t>クリックしてマスター タイトルのスタイルを編集</a:t>
            </a:r>
            <a:endParaRPr kumimoji="0" lang="ja-JP" altLang="en-US" noProof="0" dirty="0"/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43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ja-JP" altLang="en-US" noProof="0" dirty="0" smtClean="0"/>
              <a:t>クリックしてマスター テキストのスタイルを編集</a:t>
            </a:r>
          </a:p>
          <a:p>
            <a:pPr lvl="1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2 </a:t>
            </a:r>
            <a:r>
              <a:rPr lang="ja-JP" altLang="en-US" noProof="0" dirty="0" smtClean="0"/>
              <a:t>レベル</a:t>
            </a:r>
          </a:p>
          <a:p>
            <a:pPr lvl="2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3 </a:t>
            </a:r>
            <a:r>
              <a:rPr lang="ja-JP" altLang="en-US" noProof="0" dirty="0" smtClean="0"/>
              <a:t>レベル</a:t>
            </a:r>
          </a:p>
          <a:p>
            <a:pPr lvl="3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4 </a:t>
            </a:r>
            <a:r>
              <a:rPr lang="ja-JP" altLang="en-US" noProof="0" dirty="0" smtClean="0"/>
              <a:t>レベル</a:t>
            </a:r>
          </a:p>
          <a:p>
            <a:pPr lvl="4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5 </a:t>
            </a:r>
            <a:r>
              <a:rPr lang="ja-JP" altLang="en-US" noProof="0" dirty="0" smtClean="0"/>
              <a:t>レベル</a:t>
            </a:r>
            <a:endParaRPr lang="ja-JP" altLang="en-US" noProof="0" dirty="0"/>
          </a:p>
        </p:txBody>
      </p:sp>
      <p:sp>
        <p:nvSpPr>
          <p:cNvPr id="10" name="日付プレースホルダー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196E8732-2B4B-4F0A-8362-53F7A7DF2931}" type="datetime4">
              <a:rPr lang="ja-JP" altLang="en-US" smtClean="0"/>
              <a:t>2021年6月30日</a:t>
            </a:fld>
            <a:endParaRPr lang="en-US" dirty="0"/>
          </a:p>
        </p:txBody>
      </p:sp>
      <p:sp>
        <p:nvSpPr>
          <p:cNvPr id="22" name="フッター プレースホルダー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r>
              <a:rPr lang="ja-JP" altLang="en-US" noProof="0" dirty="0" smtClean="0"/>
              <a:t>フッターを追加</a:t>
            </a:r>
            <a:endParaRPr lang="ja-JP" altLang="en-US" noProof="0" dirty="0"/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401CF334-2D5C-4859-84A6-CA7E6E43FAEB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lnSpc>
          <a:spcPct val="80000"/>
        </a:lnSpc>
        <a:spcBef>
          <a:spcPct val="0"/>
        </a:spcBef>
        <a:buNone/>
        <a:defRPr kumimoji="1" sz="5000" b="0" kern="1200">
          <a:ln>
            <a:noFill/>
          </a:ln>
          <a:solidFill>
            <a:schemeClr val="tx2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1" sz="26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1" sz="24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1" sz="21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ja-JP" altLang="en-US" dirty="0"/>
              <a:t>描画エンジン開発</a:t>
            </a:r>
            <a:r>
              <a:rPr lang="en-US" altLang="ja-JP" dirty="0"/>
              <a:t>Ⅰ</a:t>
            </a:r>
            <a:r>
              <a:rPr lang="ja-JP" altLang="en-US" dirty="0"/>
              <a:t>・</a:t>
            </a:r>
            <a:r>
              <a:rPr lang="en-US" altLang="ja-JP" dirty="0"/>
              <a:t>Ⅱ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サブタイトル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ja-JP" dirty="0" smtClean="0"/>
              <a:t>UNIT12</a:t>
            </a:r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授業</a:t>
            </a:r>
            <a:r>
              <a:rPr lang="ja-JP" altLang="en-US" dirty="0"/>
              <a:t>内容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93192" lvl="1" indent="0">
              <a:buNone/>
            </a:pPr>
            <a:endParaRPr lang="en-US" altLang="ja-JP" dirty="0"/>
          </a:p>
          <a:p>
            <a:r>
              <a:rPr lang="ja-JP" altLang="en-US" dirty="0" smtClean="0"/>
              <a:t>ラスタライザステート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dirty="0"/>
              <a:t>様々な幾何プリミティブの描画</a:t>
            </a:r>
            <a:endParaRPr lang="en-US" altLang="ja-JP" dirty="0"/>
          </a:p>
          <a:p>
            <a:pPr lvl="1"/>
            <a:r>
              <a:rPr lang="ja-JP" altLang="en-US" dirty="0"/>
              <a:t>立方体</a:t>
            </a:r>
            <a:endParaRPr lang="en-US" altLang="ja-JP" dirty="0"/>
          </a:p>
          <a:p>
            <a:pPr lvl="1"/>
            <a:r>
              <a:rPr lang="ja-JP" altLang="en-US" dirty="0"/>
              <a:t>円柱</a:t>
            </a:r>
            <a:endParaRPr lang="en-US" altLang="ja-JP" dirty="0"/>
          </a:p>
          <a:p>
            <a:pPr lvl="1"/>
            <a:r>
              <a:rPr lang="ja-JP" altLang="en-US" dirty="0"/>
              <a:t>球</a:t>
            </a:r>
            <a:endParaRPr lang="en-US" altLang="ja-JP" dirty="0"/>
          </a:p>
          <a:p>
            <a:pPr lvl="1"/>
            <a:r>
              <a:rPr lang="ja-JP" altLang="en-US" dirty="0"/>
              <a:t>カプセル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70471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実行結果（塗りつぶし</a:t>
            </a:r>
            <a:r>
              <a:rPr kumimoji="1" lang="en-US" altLang="ja-JP" dirty="0" smtClean="0"/>
              <a:t>/</a:t>
            </a:r>
            <a:r>
              <a:rPr kumimoji="1" lang="ja-JP" altLang="en-US" dirty="0" smtClean="0"/>
              <a:t>裏面カリング）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39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実行結果（ワイヤフレーム</a:t>
            </a:r>
            <a:r>
              <a:rPr kumimoji="1" lang="en-US" altLang="ja-JP" dirty="0" smtClean="0"/>
              <a:t>/</a:t>
            </a:r>
            <a:r>
              <a:rPr kumimoji="1" lang="ja-JP" altLang="en-US" dirty="0" smtClean="0"/>
              <a:t>裏面カリング）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31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実行結果（ワイヤフレーム</a:t>
            </a:r>
            <a:r>
              <a:rPr kumimoji="1" lang="en-US" altLang="ja-JP" dirty="0" smtClean="0"/>
              <a:t>/</a:t>
            </a:r>
            <a:r>
              <a:rPr kumimoji="1" lang="ja-JP" altLang="en-US" dirty="0" smtClean="0"/>
              <a:t>カリングなし）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6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実行結果（塗りつぶし</a:t>
            </a:r>
            <a:r>
              <a:rPr kumimoji="1" lang="en-US" altLang="ja-JP" dirty="0" smtClean="0"/>
              <a:t>/</a:t>
            </a:r>
            <a:r>
              <a:rPr kumimoji="1" lang="ja-JP" altLang="en-US" dirty="0" smtClean="0"/>
              <a:t>裏面カリング）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6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実行結果（塗りつぶし</a:t>
            </a:r>
            <a:r>
              <a:rPr kumimoji="1" lang="en-US" altLang="ja-JP" dirty="0" smtClean="0"/>
              <a:t>/</a:t>
            </a:r>
            <a:r>
              <a:rPr kumimoji="1" lang="ja-JP" altLang="en-US" dirty="0" smtClean="0"/>
              <a:t>裏面カリング）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02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実行結果（塗りつぶし</a:t>
            </a:r>
            <a:r>
              <a:rPr kumimoji="1" lang="en-US" altLang="ja-JP" dirty="0" smtClean="0"/>
              <a:t>/</a:t>
            </a:r>
            <a:r>
              <a:rPr kumimoji="1" lang="ja-JP" altLang="en-US" dirty="0" smtClean="0"/>
              <a:t>裏面カリング）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4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三角形の描画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 smtClean="0"/>
              <a:t>三角形を描画するには</a:t>
            </a:r>
            <a:r>
              <a:rPr lang="en-US" altLang="ja-JP" dirty="0" smtClean="0"/>
              <a:t>3</a:t>
            </a:r>
            <a:r>
              <a:rPr lang="ja-JP" altLang="en-US" dirty="0" err="1" smtClean="0"/>
              <a:t>つの</a:t>
            </a:r>
            <a:r>
              <a:rPr lang="ja-JP" altLang="en-US" dirty="0" smtClean="0"/>
              <a:t>頂点が必要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 smtClean="0"/>
          </a:p>
          <a:p>
            <a:r>
              <a:rPr lang="en-US" altLang="ja-JP" dirty="0" smtClean="0"/>
              <a:t>3</a:t>
            </a:r>
            <a:r>
              <a:rPr lang="ja-JP" altLang="en-US" dirty="0" err="1" smtClean="0"/>
              <a:t>つの</a:t>
            </a:r>
            <a:r>
              <a:rPr lang="ja-JP" altLang="en-US" dirty="0" smtClean="0"/>
              <a:t>頂点の内側を色で塗りつぶすことで面を描画している。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en-US" altLang="ja-JP" dirty="0" smtClean="0"/>
              <a:t>3</a:t>
            </a:r>
            <a:r>
              <a:rPr lang="ja-JP" altLang="en-US" dirty="0" err="1" smtClean="0"/>
              <a:t>つの</a:t>
            </a:r>
            <a:r>
              <a:rPr lang="ja-JP" altLang="en-US" dirty="0" smtClean="0"/>
              <a:t>頂点を結んだ線を描画設定することもできる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dirty="0" smtClean="0"/>
              <a:t>頂点を時計回りで構成するか、反時計回りで構成するかで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面の向きが決まる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dirty="0" smtClean="0"/>
              <a:t>面を表面、裏面を描画するか設定できる</a:t>
            </a:r>
            <a:endParaRPr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endParaRPr kumimoji="1" lang="en-US" altLang="ja-JP" dirty="0" smtClean="0"/>
          </a:p>
          <a:p>
            <a:pPr marL="0" indent="0">
              <a:buNone/>
            </a:pP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4990" y="722376"/>
            <a:ext cx="2244406" cy="188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28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実習内容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kumimoji="1" lang="en-US" altLang="ja-JP" dirty="0" smtClean="0"/>
          </a:p>
          <a:p>
            <a:r>
              <a:rPr lang="ja-JP" altLang="en-US" dirty="0" smtClean="0"/>
              <a:t>ラスタライザー</a:t>
            </a:r>
            <a:r>
              <a:rPr lang="ja-JP" altLang="en-US" dirty="0"/>
              <a:t>ステート</a:t>
            </a:r>
            <a:r>
              <a:rPr lang="ja-JP" altLang="en-US" dirty="0" smtClean="0"/>
              <a:t>を</a:t>
            </a:r>
            <a:r>
              <a:rPr lang="ja-JP" altLang="en-US" dirty="0"/>
              <a:t>作成</a:t>
            </a:r>
            <a:r>
              <a:rPr lang="ja-JP" altLang="en-US" dirty="0" smtClean="0"/>
              <a:t>し、ラスタライズを確認する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塗りつぶし</a:t>
            </a:r>
            <a:r>
              <a:rPr lang="ja-JP" altLang="en-US" dirty="0" smtClean="0"/>
              <a:t>、ワイヤーフレーム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カリング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ja-JP" altLang="en-US" dirty="0" smtClean="0"/>
              <a:t>以下のプリミティブをプログラムで作成し、描画する。</a:t>
            </a:r>
            <a:endParaRPr kumimoji="1" lang="en-US" altLang="ja-JP" dirty="0" smtClean="0"/>
          </a:p>
          <a:p>
            <a:pPr lvl="1"/>
            <a:r>
              <a:rPr lang="ja-JP" altLang="en-US" dirty="0" smtClean="0"/>
              <a:t>立方体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円柱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球</a:t>
            </a:r>
            <a:endParaRPr lang="en-US" altLang="ja-JP" dirty="0" smtClean="0"/>
          </a:p>
          <a:p>
            <a:pPr lvl="1"/>
            <a:r>
              <a:rPr lang="ja-JP" altLang="en-US" dirty="0"/>
              <a:t>カプセル</a:t>
            </a:r>
            <a:endParaRPr lang="en-US" altLang="ja-JP" dirty="0" smtClean="0"/>
          </a:p>
          <a:p>
            <a:pPr lvl="1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709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ブレーンストーミングのプレゼンテーション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482_TF03460637.potx" id="{8F3B156D-932A-4C4F-B19B-13DA9C7AB513}" vid="{CAF0C7A8-6467-402F-B5CC-E460ADA54AE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ビジネス ブレーンストーミング プレゼンテーション</Template>
  <TotalTime>1204</TotalTime>
  <Words>115</Words>
  <Application>Microsoft Office PowerPoint</Application>
  <PresentationFormat>ワイド画面</PresentationFormat>
  <Paragraphs>41</Paragraphs>
  <Slides>10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6" baseType="lpstr">
      <vt:lpstr>Meiryo UI</vt:lpstr>
      <vt:lpstr>ＭＳ ゴシック</vt:lpstr>
      <vt:lpstr>ＭＳ 明朝</vt:lpstr>
      <vt:lpstr>Palatino Linotype</vt:lpstr>
      <vt:lpstr>Wingdings 2</vt:lpstr>
      <vt:lpstr>ブレーンストーミングのプレゼンテーション</vt:lpstr>
      <vt:lpstr>描画エンジン開発Ⅰ・Ⅱ</vt:lpstr>
      <vt:lpstr>授業内容</vt:lpstr>
      <vt:lpstr>実行結果（塗りつぶし/裏面カリング）</vt:lpstr>
      <vt:lpstr>実行結果（ワイヤフレーム/裏面カリング）</vt:lpstr>
      <vt:lpstr>実行結果（ワイヤフレーム/カリングなし）</vt:lpstr>
      <vt:lpstr>実行結果（塗りつぶし/裏面カリング）</vt:lpstr>
      <vt:lpstr>実行結果（塗りつぶし/裏面カリング）</vt:lpstr>
      <vt:lpstr>実行結果（塗りつぶし/裏面カリング）</vt:lpstr>
      <vt:lpstr>三角形の描画</vt:lpstr>
      <vt:lpstr>実習内容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描画エンジン制作Ⅰ</dc:title>
  <dc:creator>吉野 広二</dc:creator>
  <cp:lastModifiedBy>吉野 広二</cp:lastModifiedBy>
  <cp:revision>106</cp:revision>
  <dcterms:created xsi:type="dcterms:W3CDTF">2019-03-17T05:51:21Z</dcterms:created>
  <dcterms:modified xsi:type="dcterms:W3CDTF">2021-06-29T23:49:52Z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