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3"/>
  </p:notesMasterIdLst>
  <p:handoutMasterIdLst>
    <p:handoutMasterId r:id="rId14"/>
  </p:handoutMasterIdLst>
  <p:sldIdLst>
    <p:sldId id="272" r:id="rId2"/>
    <p:sldId id="273" r:id="rId3"/>
    <p:sldId id="283" r:id="rId4"/>
    <p:sldId id="280" r:id="rId5"/>
    <p:sldId id="274" r:id="rId6"/>
    <p:sldId id="287" r:id="rId7"/>
    <p:sldId id="284" r:id="rId8"/>
    <p:sldId id="285" r:id="rId9"/>
    <p:sldId id="286" r:id="rId10"/>
    <p:sldId id="276" r:id="rId11"/>
    <p:sldId id="288" r:id="rId12"/>
  </p:sldIdLst>
  <p:sldSz cx="12192000" cy="6858000"/>
  <p:notesSz cx="6858000" cy="9144000"/>
  <p:defaultTextStyle>
    <a:defPPr rtl="0">
      <a:defRPr lang="ja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799B23B-EC83-4686-B30A-512413B5E67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8" autoAdjust="0"/>
    <p:restoredTop sz="86992" autoAdjust="0"/>
  </p:normalViewPr>
  <p:slideViewPr>
    <p:cSldViewPr snapToGrid="0">
      <p:cViewPr varScale="1">
        <p:scale>
          <a:sx n="67" d="100"/>
          <a:sy n="67" d="100"/>
        </p:scale>
        <p:origin x="828" y="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9" d="100"/>
          <a:sy n="89" d="100"/>
        </p:scale>
        <p:origin x="3148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4DA88A-700E-4959-AD05-3C421866BDC6}" type="datetime4">
              <a:rPr kumimoji="1"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2021年3月4日</a:t>
            </a:fld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09A4F4-89FA-4551-A9F4-ECDBD52C06D6}" type="slidenum">
              <a:rPr kumimoji="1"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‹#›</a:t>
            </a:fld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248109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EECA54F6-A409-4052-BA8C-D33E3AF8AD29}" type="datetime4">
              <a:rPr lang="ja-JP" altLang="en-US" smtClean="0"/>
              <a:pPr/>
              <a:t>2021年3月4日</a:t>
            </a:fld>
            <a:endParaRPr lang="ja-JP" altLang="en-US" dirty="0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ja-JP" altLang="en-US" noProof="0" dirty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ja-JP" altLang="en-US" noProof="0" dirty="0"/>
              <a:t>クリックしてマスター テキストのスタイルを編集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893B0CF2-7F87-4E02-A248-870047730F99}" type="slidenum">
              <a:rPr lang="en-US" altLang="ja-JP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14981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93B0CF2-7F87-4E02-A248-870047730F9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951338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63518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5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982443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3B0CF2-7F87-4E02-A248-870047730F99}" type="slidenum">
              <a:rPr lang="en-US" altLang="ja-JP" smtClean="0"/>
              <a:pPr/>
              <a:t>9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903812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10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284533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72121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 9"/>
          <p:cNvGrpSpPr/>
          <p:nvPr/>
        </p:nvGrpSpPr>
        <p:grpSpPr>
          <a:xfrm>
            <a:off x="0" y="6208894"/>
            <a:ext cx="12192000" cy="649106"/>
            <a:chOff x="0" y="6208894"/>
            <a:chExt cx="12192000" cy="649106"/>
          </a:xfrm>
        </p:grpSpPr>
        <p:sp>
          <p:nvSpPr>
            <p:cNvPr id="2" name="長方形 1"/>
            <p:cNvSpPr/>
            <p:nvPr/>
          </p:nvSpPr>
          <p:spPr>
            <a:xfrm>
              <a:off x="3048" y="6220178"/>
              <a:ext cx="12188952" cy="637822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0"/>
              <a:endParaRPr lang="ja-JP" altLang="en-US" noProof="0" dirty="0"/>
            </a:p>
          </p:txBody>
        </p:sp>
        <p:cxnSp>
          <p:nvCxnSpPr>
            <p:cNvPr id="7" name="直線​​コネクタ 6"/>
            <p:cNvCxnSpPr/>
            <p:nvPr/>
          </p:nvCxnSpPr>
          <p:spPr>
            <a:xfrm>
              <a:off x="0" y="6208894"/>
              <a:ext cx="12192000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" name="直線​​コネクタ 4"/>
          <p:cNvCxnSpPr/>
          <p:nvPr userDrawn="1"/>
        </p:nvCxnSpPr>
        <p:spPr>
          <a:xfrm flipV="1">
            <a:off x="3048" y="5937956"/>
            <a:ext cx="8241" cy="5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​​コネクタ 10"/>
          <p:cNvCxnSpPr/>
          <p:nvPr userDrawn="1"/>
        </p:nvCxnSpPr>
        <p:spPr>
          <a:xfrm flipV="1">
            <a:off x="3048" y="5937956"/>
            <a:ext cx="8241" cy="5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タイトル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ln>
            <a:noFill/>
          </a:ln>
        </p:spPr>
        <p:txBody>
          <a:bodyPr vert="horz" tIns="0" rIns="18288" bIns="0" rtlCol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tx2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17" name="サブタイトル 16"/>
          <p:cNvSpPr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</p:spPr>
        <p:txBody>
          <a:bodyPr lIns="0" rIns="18288" rtlCol="0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 rtl="0"/>
            <a:r>
              <a:rPr lang="ja-JP" altLang="en-US" noProof="0" smtClean="0"/>
              <a:t>マスター サブタイトルの書式設定</a:t>
            </a:r>
            <a:endParaRPr kumimoji="0" lang="ja-JP" altLang="en-US" noProof="0" dirty="0"/>
          </a:p>
        </p:txBody>
      </p:sp>
      <p:sp>
        <p:nvSpPr>
          <p:cNvPr id="30" name="日付プレースホルダー 2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7D9F5B4-D2B9-4671-9B63-0110E6386A4E}" type="datetime4">
              <a:rPr lang="ja-JP" altLang="en-US" smtClean="0"/>
              <a:t>2021年3月4日</a:t>
            </a:fld>
            <a:endParaRPr lang="en-US" dirty="0"/>
          </a:p>
        </p:txBody>
      </p:sp>
      <p:sp>
        <p:nvSpPr>
          <p:cNvPr id="19" name="フッター プレースホルダー 1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27" name="スライド番号プレースホルダー 2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980820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 eaLnBrk="1" latinLnBrk="0" hangingPunct="1"/>
            <a:r>
              <a:rPr lang="ja-JP" altLang="en-US" noProof="0" smtClean="0"/>
              <a:t>マスター テキストの書式設定</a:t>
            </a:r>
          </a:p>
          <a:p>
            <a:pPr lvl="1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2 </a:t>
            </a:r>
            <a:r>
              <a:rPr lang="ja-JP" altLang="en-US" noProof="0" smtClean="0"/>
              <a:t>レベル</a:t>
            </a:r>
          </a:p>
          <a:p>
            <a:pPr lvl="2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3 </a:t>
            </a:r>
            <a:r>
              <a:rPr lang="ja-JP" altLang="en-US" noProof="0" smtClean="0"/>
              <a:t>レベル</a:t>
            </a:r>
          </a:p>
          <a:p>
            <a:pPr lvl="3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4 </a:t>
            </a:r>
            <a:r>
              <a:rPr lang="ja-JP" altLang="en-US" noProof="0" smtClean="0"/>
              <a:t>レベル</a:t>
            </a:r>
          </a:p>
          <a:p>
            <a:pPr lvl="4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5 </a:t>
            </a:r>
            <a:r>
              <a:rPr lang="ja-JP" altLang="en-US" noProof="0" smtClean="0"/>
              <a:t>レベル</a:t>
            </a:r>
            <a:endParaRPr kumimoji="0" lang="ja-JP" altLang="en-US" noProof="0" dirty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30C11D6-D226-45B1-8AA5-91C501F3B0E7}" type="datetime4">
              <a:rPr lang="ja-JP" altLang="en-US" smtClean="0"/>
              <a:t>2021年3月4日</a:t>
            </a:fld>
            <a:endParaRPr 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481682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 ヘッダ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ln>
            <a:noFill/>
          </a:ln>
        </p:spPr>
        <p:txBody>
          <a:bodyPr vert="horz" tIns="0" bIns="0" rtlCol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tx2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</p:spPr>
        <p:txBody>
          <a:bodyPr lIns="45720" rIns="45720" rtlCol="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rtl="0" eaLnBrk="1" latinLnBrk="0" hangingPunct="1"/>
            <a:r>
              <a:rPr lang="ja-JP" altLang="en-US" noProof="0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5400AA1-06A4-444F-94EA-80BA16484187}" type="datetime4">
              <a:rPr lang="ja-JP" altLang="en-US" smtClean="0"/>
              <a:t>2021年3月4日</a:t>
            </a:fld>
            <a:endParaRPr 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53193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段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rtlCol="0"/>
          <a:lstStyle/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 rtlCol="0"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ja-JP" altLang="en-US" noProof="0" smtClean="0"/>
              <a:t>マスター テキストの書式設定</a:t>
            </a:r>
          </a:p>
          <a:p>
            <a:pPr lvl="1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2 </a:t>
            </a:r>
            <a:r>
              <a:rPr lang="ja-JP" altLang="en-US" noProof="0" smtClean="0"/>
              <a:t>レベル</a:t>
            </a:r>
          </a:p>
          <a:p>
            <a:pPr lvl="2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3 </a:t>
            </a:r>
            <a:r>
              <a:rPr lang="ja-JP" altLang="en-US" noProof="0" smtClean="0"/>
              <a:t>レベル</a:t>
            </a:r>
          </a:p>
          <a:p>
            <a:pPr lvl="3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4 </a:t>
            </a:r>
            <a:r>
              <a:rPr lang="ja-JP" altLang="en-US" noProof="0" smtClean="0"/>
              <a:t>レベル</a:t>
            </a:r>
          </a:p>
          <a:p>
            <a:pPr lvl="4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5 </a:t>
            </a:r>
            <a:r>
              <a:rPr lang="ja-JP" altLang="en-US" noProof="0" smtClean="0"/>
              <a:t>レベル</a:t>
            </a:r>
            <a:endParaRPr kumimoji="0" lang="ja-JP" altLang="en-US" noProof="0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 rtlCol="0"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ja-JP" altLang="en-US" noProof="0" smtClean="0"/>
              <a:t>マスター テキストの書式設定</a:t>
            </a:r>
          </a:p>
          <a:p>
            <a:pPr lvl="1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2 </a:t>
            </a:r>
            <a:r>
              <a:rPr lang="ja-JP" altLang="en-US" noProof="0" smtClean="0"/>
              <a:t>レベル</a:t>
            </a:r>
          </a:p>
          <a:p>
            <a:pPr lvl="2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3 </a:t>
            </a:r>
            <a:r>
              <a:rPr lang="ja-JP" altLang="en-US" noProof="0" smtClean="0"/>
              <a:t>レベル</a:t>
            </a:r>
          </a:p>
          <a:p>
            <a:pPr lvl="3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4 </a:t>
            </a:r>
            <a:r>
              <a:rPr lang="ja-JP" altLang="en-US" noProof="0" smtClean="0"/>
              <a:t>レベル</a:t>
            </a:r>
          </a:p>
          <a:p>
            <a:pPr lvl="4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5 </a:t>
            </a:r>
            <a:r>
              <a:rPr lang="ja-JP" altLang="en-US" noProof="0" smtClean="0"/>
              <a:t>レベル</a:t>
            </a:r>
            <a:endParaRPr kumimoji="0" lang="ja-JP" altLang="en-US" noProof="0" dirty="0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538B790-6ACD-441F-B06D-4917F8B429D2}" type="datetime4">
              <a:rPr lang="ja-JP" altLang="en-US" smtClean="0"/>
              <a:t>2021年3月4日</a:t>
            </a:fld>
            <a:endParaRPr 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09018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tIns="45720" rtlCol="0" anchor="b"/>
          <a:lstStyle>
            <a:lvl1pPr>
              <a:defRPr/>
            </a:lvl1pPr>
          </a:lstStyle>
          <a:p>
            <a:pPr rtl="0"/>
            <a:r>
              <a:rPr lang="ja-JP" altLang="en-US" smtClean="0"/>
              <a:t>マスター タイトルの書式設定</a:t>
            </a:r>
            <a:endParaRPr kumimoji="0" 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</p:spPr>
        <p:txBody>
          <a:bodyPr lIns="45720" tIns="0" rIns="45720" bIns="0" rtlCol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1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コンテンツ プレースホルダー 4"/>
          <p:cNvSpPr>
            <a:spLocks noGrp="1"/>
          </p:cNvSpPr>
          <p:nvPr>
            <p:ph sz="quarter" idx="2"/>
          </p:nvPr>
        </p:nvSpPr>
        <p:spPr>
          <a:xfrm>
            <a:off x="609600" y="2514600"/>
            <a:ext cx="5386917" cy="3845720"/>
          </a:xfrm>
        </p:spPr>
        <p:txBody>
          <a:bodyPr tIns="0" rtlCol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3"/>
          </p:nvPr>
        </p:nvSpPr>
        <p:spPr>
          <a:xfrm>
            <a:off x="6193368" y="1859758"/>
            <a:ext cx="5389033" cy="654843"/>
          </a:xfrm>
        </p:spPr>
        <p:txBody>
          <a:bodyPr lIns="45720" tIns="0" rIns="45720" bIns="0" rtlCol="0" anchor="ctr"/>
          <a:lstStyle>
            <a:lvl1pPr marL="0" indent="0">
              <a:buNone/>
              <a:defRPr sz="2400" b="1" cap="none" baseline="0">
                <a:solidFill>
                  <a:schemeClr val="tx1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93368" y="2514600"/>
            <a:ext cx="5389033" cy="3845720"/>
          </a:xfrm>
        </p:spPr>
        <p:txBody>
          <a:bodyPr tIns="0" rtlCol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 dirty="0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A296CEC-F0EC-4499-B406-555829E93D38}" type="datetime4">
              <a:rPr lang="ja-JP" altLang="en-US" smtClean="0"/>
              <a:t>2021年3月4日</a:t>
            </a:fld>
            <a:endParaRPr lang="en-US" dirty="0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" dirty="0"/>
              <a:t>フッターを追加</a:t>
            </a:r>
            <a:endParaRPr lang="en-US" dirty="0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0188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</p:spPr>
        <p:txBody>
          <a:bodyPr vert="horz" tIns="45720" bIns="0" rtlCol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BC8EE4A-0564-4F19-AF56-1B86A81857A1}" type="datetime4">
              <a:rPr lang="ja-JP" altLang="en-US" smtClean="0"/>
              <a:t>2021年3月4日</a:t>
            </a:fld>
            <a:endParaRPr 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071814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AD0A0B1-5389-4168-8C71-456999E01C6A}" type="datetime4">
              <a:rPr lang="ja-JP" altLang="en-US" smtClean="0"/>
              <a:t>2021年3月4日</a:t>
            </a:fld>
            <a:endParaRPr 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52882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キャプション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</p:spPr>
        <p:txBody>
          <a:bodyPr lIns="0" rtlCol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 rtlCol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ja-JP" altLang="en-US" noProof="0" smtClean="0"/>
              <a:t>マスター テキストの書式設定</a:t>
            </a:r>
          </a:p>
          <a:p>
            <a:pPr lvl="1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2 </a:t>
            </a:r>
            <a:r>
              <a:rPr lang="ja-JP" altLang="en-US" noProof="0" smtClean="0"/>
              <a:t>レベル</a:t>
            </a:r>
          </a:p>
          <a:p>
            <a:pPr lvl="2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3 </a:t>
            </a:r>
            <a:r>
              <a:rPr lang="ja-JP" altLang="en-US" noProof="0" smtClean="0"/>
              <a:t>レベル</a:t>
            </a:r>
          </a:p>
          <a:p>
            <a:pPr lvl="3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4 </a:t>
            </a:r>
            <a:r>
              <a:rPr lang="ja-JP" altLang="en-US" noProof="0" smtClean="0"/>
              <a:t>レベル</a:t>
            </a:r>
          </a:p>
          <a:p>
            <a:pPr lvl="4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5 </a:t>
            </a:r>
            <a:r>
              <a:rPr lang="ja-JP" altLang="en-US" noProof="0" smtClean="0"/>
              <a:t>レベル</a:t>
            </a:r>
            <a:endParaRPr kumimoji="0" lang="ja-JP" altLang="en-US" noProof="0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 rtlCol="0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rtl="0" eaLnBrk="1" latinLnBrk="0" hangingPunct="1"/>
            <a:r>
              <a:rPr lang="ja-JP" altLang="en-US" noProof="0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DFAF4E1-8E5B-454D-966C-37225B9702A6}" type="datetime4">
              <a:rPr lang="ja-JP" altLang="en-US" smtClean="0"/>
              <a:t>2021年3月4日</a:t>
            </a:fld>
            <a:endParaRPr 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991926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キャプション付きの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1 つの角を切り取って丸めた四角形 8"/>
          <p:cNvSpPr/>
          <p:nvPr/>
        </p:nvSpPr>
        <p:spPr>
          <a:xfrm rot="420000" flipV="1">
            <a:off x="4221004" y="1108077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ja-JP" altLang="en-US" sz="1800" noProof="0" dirty="0"/>
          </a:p>
        </p:txBody>
      </p:sp>
      <p:sp>
        <p:nvSpPr>
          <p:cNvPr id="12" name="直角三角形 11"/>
          <p:cNvSpPr/>
          <p:nvPr/>
        </p:nvSpPr>
        <p:spPr>
          <a:xfrm rot="420000" flipV="1">
            <a:off x="10672179" y="5359769"/>
            <a:ext cx="207264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ja-JP" altLang="en-US" sz="1800" noProof="0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</p:spPr>
        <p:txBody>
          <a:bodyPr vert="horz" lIns="45720" tIns="45720" rIns="45720" bIns="45720" rtlCol="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図プレースホルダー 2" descr="画像を追加する空のプレースホルダー。プレースホルダーをクリックし、追加する画像を選択します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 rtlCol="0"/>
          <a:lstStyle>
            <a:lvl1pPr marL="0" indent="0">
              <a:buNone/>
              <a:defRPr sz="3200"/>
            </a:lvl1pPr>
          </a:lstStyle>
          <a:p>
            <a:pPr rtl="0"/>
            <a:r>
              <a:rPr lang="ja-JP" altLang="en-US" noProof="0" smtClean="0"/>
              <a:t>図を追加</a:t>
            </a:r>
            <a:endParaRPr kumimoji="0" lang="ja-JP" altLang="en-US" noProof="0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lIns="64008" rIns="45720" bIns="45720" rtlCol="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rtl="0" eaLnBrk="1" latinLnBrk="0" hangingPunct="1"/>
            <a:r>
              <a:rPr lang="ja-JP" altLang="en-US" noProof="0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BA228A8-1DDA-4C9E-B7BB-B3D4A4576159}" type="datetime4">
              <a:rPr lang="ja-JP" altLang="en-US" smtClean="0"/>
              <a:t>2021年3月4日</a:t>
            </a:fld>
            <a:endParaRPr 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>
          <a:xfrm>
            <a:off x="10769600" y="6356351"/>
            <a:ext cx="812800" cy="365125"/>
          </a:xfrm>
        </p:spPr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  <p:sp>
        <p:nvSpPr>
          <p:cNvPr id="10" name="フリーフォーム 9"/>
          <p:cNvSpPr>
            <a:spLocks/>
          </p:cNvSpPr>
          <p:nvPr/>
        </p:nvSpPr>
        <p:spPr bwMode="auto">
          <a:xfrm flipV="1">
            <a:off x="-12700" y="5816600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rtlCol="0" anchor="t" compatLnSpc="1"/>
          <a:lstStyle/>
          <a:p>
            <a:pPr marL="0" algn="l" rtl="0" eaLnBrk="1" latinLnBrk="0" hangingPunct="1"/>
            <a:endParaRPr kumimoji="0" lang="ja-JP" altLang="en-US" sz="18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フリーフォーム 10"/>
          <p:cNvSpPr>
            <a:spLocks/>
          </p:cNvSpPr>
          <p:nvPr/>
        </p:nvSpPr>
        <p:spPr bwMode="auto">
          <a:xfrm flipV="1">
            <a:off x="5842000" y="6219826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rtlCol="0" anchor="t" compatLnSpc="1"/>
          <a:lstStyle/>
          <a:p>
            <a:pPr marL="0" algn="l" rtl="0" eaLnBrk="1" latinLnBrk="0" hangingPunct="1"/>
            <a:endParaRPr kumimoji="0" lang="ja-JP" altLang="en-US" sz="18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9624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/>
          <a:p>
            <a:pPr lvl="0" rtl="0" eaLnBrk="1" latinLnBrk="0" hangingPunct="1"/>
            <a:r>
              <a:rPr lang="ja-JP" altLang="en-US" noProof="0" dirty="0"/>
              <a:t>クリックしてマスター テキストのスタイルを編集</a:t>
            </a:r>
          </a:p>
          <a:p>
            <a:pPr lvl="1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2 </a:t>
            </a:r>
            <a:r>
              <a:rPr kumimoji="1" lang="ja-JP" altLang="en-US" noProof="0" dirty="0" smtClean="0"/>
              <a:t>レベル</a:t>
            </a:r>
          </a:p>
          <a:p>
            <a:pPr lvl="2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3 </a:t>
            </a:r>
            <a:r>
              <a:rPr kumimoji="1" lang="ja-JP" altLang="en-US" noProof="0" dirty="0" smtClean="0"/>
              <a:t>レベル</a:t>
            </a:r>
          </a:p>
          <a:p>
            <a:pPr lvl="3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4 </a:t>
            </a:r>
            <a:r>
              <a:rPr kumimoji="1" lang="ja-JP" altLang="en-US" noProof="0" dirty="0" smtClean="0"/>
              <a:t>レベル</a:t>
            </a:r>
          </a:p>
          <a:p>
            <a:pPr lvl="4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5 </a:t>
            </a:r>
            <a:r>
              <a:rPr kumimoji="1" lang="ja-JP" altLang="en-US" noProof="0" dirty="0" smtClean="0"/>
              <a:t>レベル</a:t>
            </a:r>
            <a:endParaRPr kumimoji="1" lang="ja-JP" altLang="en-US" noProof="0" dirty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189D195-22A8-4E03-A4C1-FF558F7B427F}" type="datetime4">
              <a:rPr lang="ja-JP" altLang="en-US" smtClean="0"/>
              <a:t>2021年3月4日</a:t>
            </a:fld>
            <a:endParaRPr 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877777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839200" y="914402"/>
            <a:ext cx="2743200" cy="5211763"/>
          </a:xfrm>
        </p:spPr>
        <p:txBody>
          <a:bodyPr vert="eaVert" rtlCol="0"/>
          <a:lstStyle/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914402"/>
            <a:ext cx="8026400" cy="5211763"/>
          </a:xfrm>
        </p:spPr>
        <p:txBody>
          <a:bodyPr vert="eaVert" rtlCol="0"/>
          <a:lstStyle/>
          <a:p>
            <a:pPr lvl="0" rtl="0" eaLnBrk="1" latinLnBrk="0" hangingPunct="1"/>
            <a:r>
              <a:rPr lang="ja-JP" altLang="en-US" noProof="0" dirty="0"/>
              <a:t>クリックしてマスター テキストのスタイルを編集</a:t>
            </a:r>
          </a:p>
          <a:p>
            <a:pPr lvl="1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2 </a:t>
            </a:r>
            <a:r>
              <a:rPr kumimoji="1" lang="ja-JP" altLang="en-US" noProof="0" dirty="0" smtClean="0"/>
              <a:t>レベル</a:t>
            </a:r>
          </a:p>
          <a:p>
            <a:pPr lvl="2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3 </a:t>
            </a:r>
            <a:r>
              <a:rPr kumimoji="1" lang="ja-JP" altLang="en-US" noProof="0" dirty="0" smtClean="0"/>
              <a:t>レベル</a:t>
            </a:r>
          </a:p>
          <a:p>
            <a:pPr lvl="3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4 </a:t>
            </a:r>
            <a:r>
              <a:rPr kumimoji="1" lang="ja-JP" altLang="en-US" noProof="0" dirty="0" smtClean="0"/>
              <a:t>レベル</a:t>
            </a:r>
          </a:p>
          <a:p>
            <a:pPr lvl="4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5 </a:t>
            </a:r>
            <a:r>
              <a:rPr kumimoji="1" lang="ja-JP" altLang="en-US" noProof="0" dirty="0" smtClean="0"/>
              <a:t>レベル</a:t>
            </a:r>
            <a:endParaRPr kumimoji="1" lang="ja-JP" altLang="en-US" noProof="0" dirty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59B777F-2BA6-42C0-83EF-2CC97DD0D6E7}" type="datetime4">
              <a:rPr lang="ja-JP" altLang="en-US" smtClean="0"/>
              <a:t>2021年3月4日</a:t>
            </a:fld>
            <a:endParaRPr 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369754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グループ 24"/>
          <p:cNvGrpSpPr/>
          <p:nvPr/>
        </p:nvGrpSpPr>
        <p:grpSpPr>
          <a:xfrm>
            <a:off x="-29028" y="-7144"/>
            <a:ext cx="12240731" cy="6879658"/>
            <a:chOff x="0" y="-21658"/>
            <a:chExt cx="12240731" cy="6879658"/>
          </a:xfrm>
        </p:grpSpPr>
        <p:sp>
          <p:nvSpPr>
            <p:cNvPr id="26" name="長方形 25"/>
            <p:cNvSpPr/>
            <p:nvPr/>
          </p:nvSpPr>
          <p:spPr>
            <a:xfrm>
              <a:off x="31633" y="0"/>
              <a:ext cx="12188952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ja-JP" altLang="en-US" noProof="0" dirty="0"/>
            </a:p>
          </p:txBody>
        </p:sp>
        <p:grpSp>
          <p:nvGrpSpPr>
            <p:cNvPr id="27" name="グループ 26"/>
            <p:cNvGrpSpPr/>
            <p:nvPr/>
          </p:nvGrpSpPr>
          <p:grpSpPr>
            <a:xfrm>
              <a:off x="0" y="-21658"/>
              <a:ext cx="12240731" cy="1041400"/>
              <a:chOff x="-25356" y="-7144"/>
              <a:chExt cx="12240731" cy="1041400"/>
            </a:xfrm>
          </p:grpSpPr>
          <p:sp>
            <p:nvSpPr>
              <p:cNvPr id="28" name="フリーフォーム 27"/>
              <p:cNvSpPr>
                <a:spLocks/>
              </p:cNvSpPr>
              <p:nvPr/>
            </p:nvSpPr>
            <p:spPr bwMode="auto">
              <a:xfrm>
                <a:off x="-12700" y="-7144"/>
                <a:ext cx="12217400" cy="1041400"/>
              </a:xfrm>
              <a:custGeom>
                <a:avLst>
                  <a:gd name="A1" fmla="val 0"/>
                  <a:gd name="A2" fmla="val 0"/>
                  <a:gd name="A3" fmla="val 0"/>
                  <a:gd name="A4" fmla="val 0"/>
                  <a:gd name="A5" fmla="val 0"/>
                  <a:gd name="A6" fmla="val 0"/>
                  <a:gd name="A7" fmla="val 0"/>
                  <a:gd name="A8" fmla="val 0"/>
                </a:avLst>
                <a:gdLst/>
                <a:ahLst/>
                <a:cxnLst>
                  <a:cxn ang="0">
                    <a:pos x="6" y="2"/>
                  </a:cxn>
                  <a:cxn ang="0">
                    <a:pos x="2542" y="0"/>
                  </a:cxn>
                  <a:cxn ang="0">
                    <a:pos x="4374" y="367"/>
                  </a:cxn>
                  <a:cxn ang="0">
                    <a:pos x="5766" y="55"/>
                  </a:cxn>
                  <a:cxn ang="0">
                    <a:pos x="5772" y="213"/>
                  </a:cxn>
                  <a:cxn ang="0">
                    <a:pos x="4302" y="439"/>
                  </a:cxn>
                  <a:cxn ang="0">
                    <a:pos x="1488" y="201"/>
                  </a:cxn>
                  <a:cxn ang="0">
                    <a:pos x="0" y="656"/>
                  </a:cxn>
                  <a:cxn ang="0">
                    <a:pos x="6" y="2"/>
                  </a:cxn>
                </a:cxnLst>
                <a:rect l="0" t="0" r="0" b="0"/>
                <a:pathLst>
                  <a:path w="5772" h="656">
                    <a:moveTo>
                      <a:pt x="6" y="2"/>
                    </a:moveTo>
                    <a:lnTo>
                      <a:pt x="2542" y="0"/>
                    </a:lnTo>
                    <a:cubicBezTo>
                      <a:pt x="2746" y="101"/>
                      <a:pt x="3828" y="367"/>
                      <a:pt x="4374" y="367"/>
                    </a:cubicBezTo>
                    <a:cubicBezTo>
                      <a:pt x="4920" y="367"/>
                      <a:pt x="5526" y="152"/>
                      <a:pt x="5766" y="55"/>
                    </a:cubicBezTo>
                    <a:lnTo>
                      <a:pt x="5772" y="213"/>
                    </a:lnTo>
                    <a:cubicBezTo>
                      <a:pt x="5670" y="257"/>
                      <a:pt x="5016" y="441"/>
                      <a:pt x="4302" y="439"/>
                    </a:cubicBezTo>
                    <a:cubicBezTo>
                      <a:pt x="3588" y="437"/>
                      <a:pt x="2205" y="165"/>
                      <a:pt x="1488" y="201"/>
                    </a:cubicBezTo>
                    <a:cubicBezTo>
                      <a:pt x="750" y="209"/>
                      <a:pt x="270" y="482"/>
                      <a:pt x="0" y="656"/>
                    </a:cubicBezTo>
                    <a:lnTo>
                      <a:pt x="6" y="2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2">
                      <a:shade val="50000"/>
                      <a:alpha val="45000"/>
                      <a:satMod val="120000"/>
                    </a:schemeClr>
                  </a:gs>
                  <a:gs pos="100000">
                    <a:schemeClr val="accent3">
                      <a:shade val="80000"/>
                      <a:alpha val="55000"/>
                      <a:satMod val="155000"/>
                    </a:schemeClr>
                  </a:gs>
                </a:gsLst>
                <a:lin ang="5400000" scaled="1"/>
              </a:gra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rtlCol="0" anchor="t" compatLnSpc="1"/>
              <a:lstStyle/>
              <a:p>
                <a:pPr marL="0" algn="l" rtl="0" eaLnBrk="1" latinLnBrk="0" hangingPunct="1"/>
                <a:endParaRPr kumimoji="0" lang="ja-JP" altLang="en-US" sz="1800" noProof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フリーフォーム 28"/>
              <p:cNvSpPr>
                <a:spLocks/>
              </p:cNvSpPr>
              <p:nvPr/>
            </p:nvSpPr>
            <p:spPr bwMode="auto">
              <a:xfrm>
                <a:off x="5842000" y="-7144"/>
                <a:ext cx="6350000" cy="638175"/>
              </a:xfrm>
              <a:custGeom>
                <a:avLst>
                  <a:gd name="A1" fmla="val 0"/>
                  <a:gd name="A2" fmla="val 0"/>
                  <a:gd name="A3" fmla="val 0"/>
                  <a:gd name="A4" fmla="val 0"/>
                  <a:gd name="A5" fmla="val 0"/>
                  <a:gd name="A6" fmla="val 0"/>
                  <a:gd name="A7" fmla="val 0"/>
                  <a:gd name="A8" fmla="val 0"/>
                </a:avLst>
                <a:gdLst/>
                <a:ahLst/>
                <a:cxnLst>
                  <a:cxn ang="0">
                    <a:pos x="0" y="0"/>
                  </a:cxn>
                  <a:cxn ang="0">
                    <a:pos x="1668" y="564"/>
                  </a:cxn>
                  <a:cxn ang="0">
                    <a:pos x="3000" y="186"/>
                  </a:cxn>
                  <a:cxn ang="0">
                    <a:pos x="3000" y="6"/>
                  </a:cxn>
                  <a:cxn ang="0">
                    <a:pos x="0" y="0"/>
                  </a:cxn>
                </a:cxnLst>
                <a:rect l="0" t="0" r="0" b="0"/>
                <a:pathLst>
                  <a:path w="3000" h="595">
                    <a:moveTo>
                      <a:pt x="0" y="0"/>
                    </a:moveTo>
                    <a:cubicBezTo>
                      <a:pt x="174" y="102"/>
                      <a:pt x="1168" y="533"/>
                      <a:pt x="1668" y="564"/>
                    </a:cubicBezTo>
                    <a:cubicBezTo>
                      <a:pt x="2168" y="595"/>
                      <a:pt x="2778" y="279"/>
                      <a:pt x="3000" y="186"/>
                    </a:cubicBezTo>
                    <a:lnTo>
                      <a:pt x="3000" y="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>
                      <a:shade val="50000"/>
                      <a:alpha val="30000"/>
                      <a:satMod val="130000"/>
                    </a:schemeClr>
                  </a:gs>
                  <a:gs pos="80000">
                    <a:schemeClr val="accent2">
                      <a:shade val="75000"/>
                      <a:alpha val="45000"/>
                      <a:satMod val="140000"/>
                    </a:schemeClr>
                  </a:gs>
                </a:gsLst>
                <a:lin ang="5400000" scaled="1"/>
              </a:gra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rtlCol="0" anchor="t" compatLnSpc="1"/>
              <a:lstStyle/>
              <a:p>
                <a:pPr marL="0" algn="l" rtl="0" eaLnBrk="1" latinLnBrk="0" hangingPunct="1"/>
                <a:endParaRPr kumimoji="0" lang="ja-JP" altLang="en-US" sz="1800" noProof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31" name="グループ 30"/>
              <p:cNvGrpSpPr/>
              <p:nvPr/>
            </p:nvGrpSpPr>
            <p:grpSpPr>
              <a:xfrm>
                <a:off x="-25356" y="202408"/>
                <a:ext cx="12240731" cy="649224"/>
                <a:chOff x="-19045" y="216550"/>
                <a:chExt cx="9180548" cy="649224"/>
              </a:xfrm>
            </p:grpSpPr>
            <p:sp>
              <p:nvSpPr>
                <p:cNvPr id="32" name="フリーフォーム 31"/>
                <p:cNvSpPr>
                  <a:spLocks/>
                </p:cNvSpPr>
                <p:nvPr/>
              </p:nvSpPr>
              <p:spPr bwMode="auto">
                <a:xfrm rot="21435692">
                  <a:off x="-19045" y="216550"/>
                  <a:ext cx="9163050" cy="649224"/>
                </a:xfrm>
                <a:custGeom>
                  <a:avLst>
                    <a:gd name="A1" fmla="val 0"/>
                    <a:gd name="A2" fmla="val 0"/>
                    <a:gd name="A3" fmla="val 0"/>
                    <a:gd name="A4" fmla="val 0"/>
                    <a:gd name="A5" fmla="val 0"/>
                    <a:gd name="A6" fmla="val 0"/>
                    <a:gd name="A7" fmla="val 0"/>
                    <a:gd name="A8" fmla="val 0"/>
                  </a:avLst>
                  <a:gdLst/>
                  <a:ahLst/>
                  <a:cxnLst>
                    <a:cxn ang="0">
                      <a:pos x="0" y="966"/>
                    </a:cxn>
                    <a:cxn ang="0">
                      <a:pos x="1608" y="282"/>
                    </a:cxn>
                    <a:cxn ang="0">
                      <a:pos x="4110" y="1008"/>
                    </a:cxn>
                    <a:cxn ang="0">
                      <a:pos x="5772" y="0"/>
                    </a:cxn>
                  </a:cxnLst>
                  <a:rect l="0" t="0" r="0" b="0"/>
                  <a:pathLst>
                    <a:path w="5772" h="1055">
                      <a:moveTo>
                        <a:pt x="0" y="966"/>
                      </a:moveTo>
                      <a:cubicBezTo>
                        <a:pt x="282" y="738"/>
                        <a:pt x="923" y="275"/>
                        <a:pt x="1608" y="282"/>
                      </a:cubicBezTo>
                      <a:cubicBezTo>
                        <a:pt x="2293" y="289"/>
                        <a:pt x="3416" y="1055"/>
                        <a:pt x="4110" y="1008"/>
                      </a:cubicBezTo>
                      <a:cubicBezTo>
                        <a:pt x="4804" y="961"/>
                        <a:pt x="5426" y="210"/>
                        <a:pt x="5772" y="0"/>
                      </a:cubicBezTo>
                    </a:path>
                  </a:pathLst>
                </a:custGeom>
                <a:noFill/>
                <a:ln w="10795" cap="flat" cmpd="sng" algn="ctr">
                  <a:gradFill>
                    <a:gsLst>
                      <a:gs pos="74000">
                        <a:schemeClr val="accent3">
                          <a:shade val="75000"/>
                        </a:schemeClr>
                      </a:gs>
                      <a:gs pos="86000">
                        <a:schemeClr val="tx1">
                          <a:alpha val="29000"/>
                        </a:schemeClr>
                      </a:gs>
                      <a:gs pos="16000">
                        <a:schemeClr val="accent2">
                          <a:shade val="75000"/>
                          <a:alpha val="56000"/>
                        </a:schemeClr>
                      </a:gs>
                    </a:gsLst>
                    <a:lin ang="5400000" scaled="1"/>
                  </a:gra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rtlCol="0" anchor="t" compatLnSpc="1"/>
                <a:lstStyle/>
                <a:p>
                  <a:pPr rtl="0"/>
                  <a:endParaRPr kumimoji="0" lang="ja-JP" altLang="en-US" sz="1800" noProof="0" dirty="0"/>
                </a:p>
              </p:txBody>
            </p:sp>
            <p:sp>
              <p:nvSpPr>
                <p:cNvPr id="33" name="フリーフォーム 32"/>
                <p:cNvSpPr>
                  <a:spLocks/>
                </p:cNvSpPr>
                <p:nvPr/>
              </p:nvSpPr>
              <p:spPr bwMode="auto">
                <a:xfrm rot="21435692">
                  <a:off x="-14309" y="290003"/>
                  <a:ext cx="9175812" cy="530352"/>
                </a:xfrm>
                <a:custGeom>
                  <a:avLst>
                    <a:gd name="A1" fmla="val 0"/>
                    <a:gd name="A2" fmla="val 0"/>
                    <a:gd name="A3" fmla="val 0"/>
                    <a:gd name="A4" fmla="val 0"/>
                    <a:gd name="A5" fmla="val 0"/>
                    <a:gd name="A6" fmla="val 0"/>
                    <a:gd name="A7" fmla="val 0"/>
                    <a:gd name="A8" fmla="val 0"/>
                  </a:avLst>
                  <a:gdLst/>
                  <a:ahLst/>
                  <a:cxnLst>
                    <a:cxn ang="0">
                      <a:pos x="0" y="732"/>
                    </a:cxn>
                    <a:cxn ang="0">
                      <a:pos x="1638" y="228"/>
                    </a:cxn>
                    <a:cxn ang="0">
                      <a:pos x="4122" y="816"/>
                    </a:cxn>
                    <a:cxn ang="0">
                      <a:pos x="5766" y="0"/>
                    </a:cxn>
                  </a:cxnLst>
                  <a:rect l="0" t="0" r="0" b="0"/>
                  <a:pathLst>
                    <a:path w="5766" h="854">
                      <a:moveTo>
                        <a:pt x="0" y="732"/>
                      </a:moveTo>
                      <a:cubicBezTo>
                        <a:pt x="273" y="647"/>
                        <a:pt x="951" y="214"/>
                        <a:pt x="1638" y="228"/>
                      </a:cubicBezTo>
                      <a:cubicBezTo>
                        <a:pt x="2325" y="242"/>
                        <a:pt x="3434" y="854"/>
                        <a:pt x="4122" y="816"/>
                      </a:cubicBezTo>
                      <a:cubicBezTo>
                        <a:pt x="4810" y="778"/>
                        <a:pt x="5424" y="170"/>
                        <a:pt x="5766" y="0"/>
                      </a:cubicBezTo>
                    </a:path>
                  </a:pathLst>
                </a:custGeom>
                <a:noFill/>
                <a:ln w="9525" cap="flat" cmpd="sng" algn="ctr">
                  <a:gradFill>
                    <a:gsLst>
                      <a:gs pos="74000">
                        <a:schemeClr val="accent4"/>
                      </a:gs>
                      <a:gs pos="44000">
                        <a:schemeClr val="accent1"/>
                      </a:gs>
                      <a:gs pos="33000">
                        <a:schemeClr val="accent2">
                          <a:alpha val="56000"/>
                        </a:schemeClr>
                      </a:gs>
                    </a:gsLst>
                    <a:lin ang="5400000" scaled="1"/>
                  </a:gra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rtlCol="0" anchor="t" compatLnSpc="1"/>
                <a:lstStyle/>
                <a:p>
                  <a:pPr rtl="0"/>
                  <a:endParaRPr kumimoji="0" lang="ja-JP" altLang="en-US" sz="1800" noProof="0" dirty="0"/>
                </a:p>
              </p:txBody>
            </p:sp>
          </p:grpSp>
        </p:grpSp>
      </p:grpSp>
      <p:sp>
        <p:nvSpPr>
          <p:cNvPr id="9" name="タイトル プレースホルダー 8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</p:spPr>
        <p:txBody>
          <a:bodyPr vert="horz" lIns="0" rIns="0" bIns="0" rtlCol="0" anchor="b">
            <a:normAutofit/>
          </a:bodyPr>
          <a:lstStyle/>
          <a:p>
            <a:pPr rtl="0"/>
            <a:r>
              <a:rPr lang="ja-JP" altLang="en-US" noProof="0" dirty="0"/>
              <a:t>クリックしてマスター タイトルのスタイルを編集</a:t>
            </a:r>
            <a:endParaRPr kumimoji="0" lang="ja-JP" altLang="en-US" noProof="0" dirty="0"/>
          </a:p>
        </p:txBody>
      </p:sp>
      <p:sp>
        <p:nvSpPr>
          <p:cNvPr id="30" name="テキスト プレースホルダー 29"/>
          <p:cNvSpPr>
            <a:spLocks noGrp="1"/>
          </p:cNvSpPr>
          <p:nvPr>
            <p:ph type="body" idx="1"/>
          </p:nvPr>
        </p:nvSpPr>
        <p:spPr>
          <a:xfrm>
            <a:off x="609600" y="1935480"/>
            <a:ext cx="10972800" cy="43434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rtl="0" eaLnBrk="1" latinLnBrk="0" hangingPunct="1"/>
            <a:r>
              <a:rPr lang="ja-JP" altLang="en-US" noProof="0" dirty="0" smtClean="0"/>
              <a:t>クリックしてマスター テキストのスタイルを編集</a:t>
            </a:r>
          </a:p>
          <a:p>
            <a:pPr lvl="1" rtl="0" eaLnBrk="1" latinLnBrk="0" hangingPunct="1"/>
            <a:r>
              <a:rPr lang="ja-JP" altLang="en-US" noProof="0" dirty="0" smtClean="0"/>
              <a:t>第 </a:t>
            </a:r>
            <a:r>
              <a:rPr lang="en-US" altLang="ja-JP" noProof="0" dirty="0" smtClean="0"/>
              <a:t>2 </a:t>
            </a:r>
            <a:r>
              <a:rPr lang="ja-JP" altLang="en-US" noProof="0" dirty="0" smtClean="0"/>
              <a:t>レベル</a:t>
            </a:r>
          </a:p>
          <a:p>
            <a:pPr lvl="2" rtl="0" eaLnBrk="1" latinLnBrk="0" hangingPunct="1"/>
            <a:r>
              <a:rPr lang="ja-JP" altLang="en-US" noProof="0" dirty="0" smtClean="0"/>
              <a:t>第 </a:t>
            </a:r>
            <a:r>
              <a:rPr lang="en-US" altLang="ja-JP" noProof="0" dirty="0" smtClean="0"/>
              <a:t>3 </a:t>
            </a:r>
            <a:r>
              <a:rPr lang="ja-JP" altLang="en-US" noProof="0" dirty="0" smtClean="0"/>
              <a:t>レベル</a:t>
            </a:r>
          </a:p>
          <a:p>
            <a:pPr lvl="3" rtl="0" eaLnBrk="1" latinLnBrk="0" hangingPunct="1"/>
            <a:r>
              <a:rPr lang="ja-JP" altLang="en-US" noProof="0" dirty="0" smtClean="0"/>
              <a:t>第 </a:t>
            </a:r>
            <a:r>
              <a:rPr lang="en-US" altLang="ja-JP" noProof="0" dirty="0" smtClean="0"/>
              <a:t>4 </a:t>
            </a:r>
            <a:r>
              <a:rPr lang="ja-JP" altLang="en-US" noProof="0" dirty="0" smtClean="0"/>
              <a:t>レベル</a:t>
            </a:r>
          </a:p>
          <a:p>
            <a:pPr lvl="4" rtl="0" eaLnBrk="1" latinLnBrk="0" hangingPunct="1"/>
            <a:r>
              <a:rPr lang="ja-JP" altLang="en-US" noProof="0" dirty="0" smtClean="0"/>
              <a:t>第 </a:t>
            </a:r>
            <a:r>
              <a:rPr lang="en-US" altLang="ja-JP" noProof="0" dirty="0" smtClean="0"/>
              <a:t>5 </a:t>
            </a:r>
            <a:r>
              <a:rPr lang="ja-JP" altLang="en-US" noProof="0" dirty="0" smtClean="0"/>
              <a:t>レベル</a:t>
            </a:r>
            <a:endParaRPr lang="ja-JP" altLang="en-US" noProof="0" dirty="0"/>
          </a:p>
        </p:txBody>
      </p:sp>
      <p:sp>
        <p:nvSpPr>
          <p:cNvPr id="10" name="日付プレースホルダー 9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 eaLnBrk="1" latinLnBrk="0" hangingPunct="1">
              <a:defRPr kumimoji="0" sz="11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</a:defRPr>
            </a:lvl1pPr>
          </a:lstStyle>
          <a:p>
            <a:fld id="{196E8732-2B4B-4F0A-8362-53F7A7DF2931}" type="datetime4">
              <a:rPr lang="ja-JP" altLang="en-US" smtClean="0"/>
              <a:t>2021年3月4日</a:t>
            </a:fld>
            <a:endParaRPr lang="en-US" dirty="0"/>
          </a:p>
        </p:txBody>
      </p:sp>
      <p:sp>
        <p:nvSpPr>
          <p:cNvPr id="22" name="フッター プレースホルダー 21"/>
          <p:cNvSpPr>
            <a:spLocks noGrp="1"/>
          </p:cNvSpPr>
          <p:nvPr>
            <p:ph type="ftr" sz="quarter" idx="3"/>
          </p:nvPr>
        </p:nvSpPr>
        <p:spPr>
          <a:xfrm>
            <a:off x="3556000" y="6356351"/>
            <a:ext cx="44704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 eaLnBrk="1" latinLnBrk="0" hangingPunct="1">
              <a:defRPr kumimoji="0" sz="11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</a:defRPr>
            </a:lvl1pPr>
          </a:lstStyle>
          <a:p>
            <a:r>
              <a:rPr lang="ja-JP" altLang="en-US" noProof="0" dirty="0" smtClean="0"/>
              <a:t>フッターを追加</a:t>
            </a:r>
            <a:endParaRPr lang="ja-JP" altLang="en-US" noProof="0" dirty="0"/>
          </a:p>
        </p:txBody>
      </p:sp>
      <p:sp>
        <p:nvSpPr>
          <p:cNvPr id="18" name="スライド番号プレースホルダー 17"/>
          <p:cNvSpPr>
            <a:spLocks noGrp="1"/>
          </p:cNvSpPr>
          <p:nvPr>
            <p:ph type="sldNum" sz="quarter" idx="4"/>
          </p:nvPr>
        </p:nvSpPr>
        <p:spPr>
          <a:xfrm>
            <a:off x="10566400" y="6356351"/>
            <a:ext cx="10160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 eaLnBrk="1" latinLnBrk="0" hangingPunct="1">
              <a:defRPr kumimoji="0" sz="11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</a:defRPr>
            </a:lvl1pPr>
          </a:lstStyle>
          <a:p>
            <a:fld id="{401CF334-2D5C-4859-84A6-CA7E6E43FAEB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94285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rtl="0" eaLnBrk="1" latinLnBrk="0" hangingPunct="1">
        <a:lnSpc>
          <a:spcPct val="80000"/>
        </a:lnSpc>
        <a:spcBef>
          <a:spcPct val="0"/>
        </a:spcBef>
        <a:buNone/>
        <a:defRPr kumimoji="1" sz="5000" b="0" kern="1200">
          <a:ln>
            <a:noFill/>
          </a:ln>
          <a:solidFill>
            <a:schemeClr val="tx2"/>
          </a:solidFill>
          <a:effectLst/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>
            <a:lumMod val="50000"/>
          </a:schemeClr>
        </a:buClr>
        <a:buSzPct val="95000"/>
        <a:buFont typeface="Wingdings 2"/>
        <a:buChar char=""/>
        <a:defRPr kumimoji="1" sz="2600" kern="1200">
          <a:solidFill>
            <a:schemeClr val="tx1"/>
          </a:solidFill>
          <a:latin typeface="ＭＳ 明朝" panose="02020609040205080304" pitchFamily="17" charset="-128"/>
          <a:ea typeface="ＭＳ 明朝" panose="02020609040205080304" pitchFamily="17" charset="-128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>
            <a:lumMod val="50000"/>
          </a:schemeClr>
        </a:buClr>
        <a:buSzPct val="85000"/>
        <a:buFont typeface="Wingdings 2"/>
        <a:buChar char=""/>
        <a:defRPr kumimoji="1" sz="2400" kern="1200">
          <a:solidFill>
            <a:schemeClr val="tx1"/>
          </a:solidFill>
          <a:latin typeface="ＭＳ 明朝" panose="02020609040205080304" pitchFamily="17" charset="-128"/>
          <a:ea typeface="ＭＳ 明朝" panose="02020609040205080304" pitchFamily="17" charset="-128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>
            <a:lumMod val="50000"/>
          </a:schemeClr>
        </a:buClr>
        <a:buSzPct val="70000"/>
        <a:buFont typeface="Wingdings 2"/>
        <a:buChar char=""/>
        <a:defRPr kumimoji="1" sz="2100" kern="1200">
          <a:solidFill>
            <a:schemeClr val="tx1"/>
          </a:solidFill>
          <a:latin typeface="ＭＳ 明朝" panose="02020609040205080304" pitchFamily="17" charset="-128"/>
          <a:ea typeface="ＭＳ 明朝" panose="02020609040205080304" pitchFamily="17" charset="-128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>
            <a:lumMod val="50000"/>
          </a:schemeClr>
        </a:buClr>
        <a:buSzPct val="65000"/>
        <a:buFont typeface="Wingdings 2"/>
        <a:buChar char=""/>
        <a:defRPr kumimoji="1" sz="2000" kern="1200">
          <a:solidFill>
            <a:schemeClr val="tx1"/>
          </a:solidFill>
          <a:latin typeface="ＭＳ 明朝" panose="02020609040205080304" pitchFamily="17" charset="-128"/>
          <a:ea typeface="ＭＳ 明朝" panose="02020609040205080304" pitchFamily="17" charset="-128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>
            <a:lumMod val="75000"/>
          </a:schemeClr>
        </a:buClr>
        <a:buSzPct val="65000"/>
        <a:buFont typeface="Wingdings 2"/>
        <a:buChar char=""/>
        <a:defRPr kumimoji="1" sz="2000" kern="1200">
          <a:solidFill>
            <a:schemeClr val="tx1"/>
          </a:solidFill>
          <a:latin typeface="ＭＳ 明朝" panose="02020609040205080304" pitchFamily="17" charset="-128"/>
          <a:ea typeface="ＭＳ 明朝" panose="02020609040205080304" pitchFamily="17" charset="-128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>
            <a:lumMod val="50000"/>
          </a:schemeClr>
        </a:buClr>
        <a:buSzPct val="80000"/>
        <a:buFont typeface="Wingdings 2"/>
        <a:buChar char="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>
            <a:lumMod val="75000"/>
          </a:schemeClr>
        </a:buClr>
        <a:buSzPct val="80000"/>
        <a:buFont typeface="Wingdings 2"/>
        <a:buChar char="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0" algn="l" rtl="0" eaLnBrk="1" latinLnBrk="0" hangingPunct="1">
        <a:spcBef>
          <a:spcPct val="20000"/>
        </a:spcBef>
        <a:buClr>
          <a:schemeClr val="tx2"/>
        </a:buClr>
        <a:buFontTx/>
        <a:buNone/>
        <a:defRPr kumimoji="1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r>
              <a:rPr lang="ja-JP" altLang="en-US" dirty="0"/>
              <a:t>描画エンジン開発</a:t>
            </a:r>
            <a:r>
              <a:rPr lang="en-US" altLang="ja-JP" dirty="0"/>
              <a:t>Ⅰ</a:t>
            </a:r>
            <a:r>
              <a:rPr lang="ja-JP" altLang="en-US" dirty="0"/>
              <a:t>・</a:t>
            </a:r>
            <a:r>
              <a:rPr lang="en-US" altLang="ja-JP"/>
              <a:t>Ⅱ</a:t>
            </a:r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サブタイトル 4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en-US" altLang="ja-JP" dirty="0" smtClean="0"/>
              <a:t>UNIT04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49628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ja-JP" altLang="en-US" dirty="0" smtClean="0"/>
              <a:t>授業</a:t>
            </a:r>
            <a:r>
              <a:rPr lang="ja-JP" altLang="en-US" dirty="0"/>
              <a:t>内容</a:t>
            </a:r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コンテンツ プレースホルダー 1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endParaRPr lang="en-US" altLang="ja-JP" dirty="0" smtClean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pPr rtl="0"/>
            <a:r>
              <a:rPr lang="ja-JP" altLang="en-US" dirty="0" smtClean="0">
                <a:latin typeface="ＭＳ 明朝" panose="02020609040205080304" pitchFamily="17" charset="-128"/>
                <a:ea typeface="ＭＳ 明朝" panose="02020609040205080304" pitchFamily="17" charset="-128"/>
              </a:rPr>
              <a:t>スプライトの回転、サイズ指定をできるようにする。</a:t>
            </a:r>
            <a:r>
              <a:rPr lang="en-US" altLang="ja-JP" dirty="0" smtClean="0">
                <a:latin typeface="ＭＳ 明朝" panose="02020609040205080304" pitchFamily="17" charset="-128"/>
                <a:ea typeface="ＭＳ 明朝" panose="02020609040205080304" pitchFamily="17" charset="-128"/>
              </a:rPr>
              <a:t/>
            </a:r>
            <a:br>
              <a:rPr lang="en-US" altLang="ja-JP" dirty="0" smtClean="0">
                <a:latin typeface="ＭＳ 明朝" panose="02020609040205080304" pitchFamily="17" charset="-128"/>
                <a:ea typeface="ＭＳ 明朝" panose="02020609040205080304" pitchFamily="17" charset="-128"/>
              </a:rPr>
            </a:br>
            <a:endParaRPr lang="en-US" altLang="ja-JP" dirty="0"/>
          </a:p>
          <a:p>
            <a:pPr rtl="0"/>
            <a:r>
              <a:rPr lang="ja-JP" altLang="en-US" dirty="0" smtClean="0">
                <a:latin typeface="ＭＳ 明朝" panose="02020609040205080304" pitchFamily="17" charset="-128"/>
                <a:ea typeface="ＭＳ 明朝" panose="02020609040205080304" pitchFamily="17" charset="-128"/>
              </a:rPr>
              <a:t>スクリーン座標指定でスプライトを表示できるようにする。</a:t>
            </a:r>
            <a:endParaRPr lang="en-US" altLang="ja-JP" dirty="0" smtClean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pPr rtl="0"/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0891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実行結果</a:t>
            </a:r>
            <a:endParaRPr kumimoji="1" lang="ja-JP" altLang="en-US" dirty="0"/>
          </a:p>
        </p:txBody>
      </p:sp>
      <p:pic>
        <p:nvPicPr>
          <p:cNvPr id="6" name="コンテンツ プレースホルダー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3713" y="1935163"/>
            <a:ext cx="7404573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590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アフィン変換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 smtClean="0"/>
              <a:t>平行移動と線形変換（拡大縮小、回転）を組み合わせた変換のこと。</a:t>
            </a:r>
            <a:endParaRPr lang="en-US" altLang="ja-JP" dirty="0"/>
          </a:p>
          <a:p>
            <a:endParaRPr kumimoji="1" lang="en-US" altLang="ja-JP" dirty="0" smtClean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5481" y="2976425"/>
            <a:ext cx="4741719" cy="3064313"/>
          </a:xfrm>
          <a:prstGeom prst="rect">
            <a:avLst/>
          </a:prstGeom>
        </p:spPr>
      </p:pic>
      <p:pic>
        <p:nvPicPr>
          <p:cNvPr id="1028" name="Picture 4" descr="ã¢ãã£ã³å¤æ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686" y="2976425"/>
            <a:ext cx="4978083" cy="3064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2007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ja-JP" altLang="en-US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回転</a:t>
            </a:r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コンテンツ プレースホルダー 1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ja-JP" altLang="en-US" dirty="0" smtClean="0"/>
              <a:t>座標を回転させるためのアフィン変換行列式</a:t>
            </a:r>
            <a:endParaRPr lang="en-US" altLang="ja-JP" dirty="0"/>
          </a:p>
          <a:p>
            <a:pPr rtl="0"/>
            <a:endParaRPr lang="en-US" altLang="ja-JP" dirty="0" smtClean="0"/>
          </a:p>
          <a:p>
            <a:pPr marL="0" indent="0">
              <a:buNone/>
            </a:pPr>
            <a:r>
              <a:rPr lang="ja-JP" altLang="en-US" sz="2000" dirty="0"/>
              <a:t>　</a:t>
            </a:r>
            <a:r>
              <a:rPr lang="en-US" altLang="ja-JP" sz="2000" dirty="0" smtClean="0"/>
              <a:t>(</a:t>
            </a:r>
            <a:r>
              <a:rPr lang="ja-JP" altLang="en-US" sz="2000" dirty="0"/>
              <a:t>変換後の </a:t>
            </a:r>
            <a:r>
              <a:rPr lang="en-US" altLang="ja-JP" sz="2000" dirty="0"/>
              <a:t>x </a:t>
            </a:r>
            <a:r>
              <a:rPr lang="ja-JP" altLang="en-US" sz="2000" dirty="0"/>
              <a:t>座標</a:t>
            </a:r>
            <a:r>
              <a:rPr lang="en-US" altLang="ja-JP" sz="2000" dirty="0"/>
              <a:t>) = (</a:t>
            </a:r>
            <a:r>
              <a:rPr lang="ja-JP" altLang="en-US" sz="2000" dirty="0"/>
              <a:t>変換前の </a:t>
            </a:r>
            <a:r>
              <a:rPr lang="en-US" altLang="ja-JP" sz="2000" dirty="0"/>
              <a:t>x </a:t>
            </a:r>
            <a:r>
              <a:rPr lang="ja-JP" altLang="en-US" sz="2000" dirty="0"/>
              <a:t>座標</a:t>
            </a:r>
            <a:r>
              <a:rPr lang="en-US" altLang="ja-JP" sz="2000" dirty="0"/>
              <a:t>)×cos</a:t>
            </a:r>
            <a:r>
              <a:rPr lang="el-GR" altLang="ja-JP" sz="2000" dirty="0"/>
              <a:t>θ - (</a:t>
            </a:r>
            <a:r>
              <a:rPr lang="ja-JP" altLang="en-US" sz="2000" dirty="0"/>
              <a:t>変換前の </a:t>
            </a:r>
            <a:r>
              <a:rPr lang="en-US" altLang="ja-JP" sz="2000" dirty="0"/>
              <a:t>y </a:t>
            </a:r>
            <a:r>
              <a:rPr lang="ja-JP" altLang="en-US" sz="2000" dirty="0"/>
              <a:t>座標</a:t>
            </a:r>
            <a:r>
              <a:rPr lang="en-US" altLang="ja-JP" sz="2000" dirty="0"/>
              <a:t>)×sin</a:t>
            </a:r>
            <a:r>
              <a:rPr lang="el-GR" altLang="ja-JP" sz="2000" dirty="0"/>
              <a:t>θ + </a:t>
            </a:r>
            <a:r>
              <a:rPr lang="en-US" altLang="ja-JP" sz="2000" dirty="0" err="1"/>
              <a:t>t</a:t>
            </a:r>
            <a:r>
              <a:rPr lang="en-US" altLang="ja-JP" sz="2000" baseline="-25000" dirty="0" err="1"/>
              <a:t>x</a:t>
            </a:r>
            <a:r>
              <a:rPr lang="en-US" altLang="ja-JP" sz="2000" dirty="0"/>
              <a:t/>
            </a:r>
            <a:br>
              <a:rPr lang="en-US" altLang="ja-JP" sz="2000" dirty="0"/>
            </a:br>
            <a:r>
              <a:rPr lang="ja-JP" altLang="en-US" sz="2000" dirty="0" smtClean="0"/>
              <a:t>　</a:t>
            </a:r>
            <a:r>
              <a:rPr lang="en-US" altLang="ja-JP" sz="2000" dirty="0" smtClean="0"/>
              <a:t>(</a:t>
            </a:r>
            <a:r>
              <a:rPr lang="ja-JP" altLang="en-US" sz="2000" dirty="0"/>
              <a:t>変換後の </a:t>
            </a:r>
            <a:r>
              <a:rPr lang="en-US" altLang="ja-JP" sz="2000" dirty="0"/>
              <a:t>y </a:t>
            </a:r>
            <a:r>
              <a:rPr lang="ja-JP" altLang="en-US" sz="2000" dirty="0"/>
              <a:t>座標</a:t>
            </a:r>
            <a:r>
              <a:rPr lang="en-US" altLang="ja-JP" sz="2000" dirty="0"/>
              <a:t>) = (</a:t>
            </a:r>
            <a:r>
              <a:rPr lang="ja-JP" altLang="en-US" sz="2000" dirty="0"/>
              <a:t>変換前の </a:t>
            </a:r>
            <a:r>
              <a:rPr lang="en-US" altLang="ja-JP" sz="2000" dirty="0"/>
              <a:t>x </a:t>
            </a:r>
            <a:r>
              <a:rPr lang="ja-JP" altLang="en-US" sz="2000" dirty="0"/>
              <a:t>座標</a:t>
            </a:r>
            <a:r>
              <a:rPr lang="en-US" altLang="ja-JP" sz="2000" dirty="0"/>
              <a:t>)×sin</a:t>
            </a:r>
            <a:r>
              <a:rPr lang="el-GR" altLang="ja-JP" sz="2000" dirty="0"/>
              <a:t>θ + (</a:t>
            </a:r>
            <a:r>
              <a:rPr lang="ja-JP" altLang="en-US" sz="2000" dirty="0"/>
              <a:t>変換前の </a:t>
            </a:r>
            <a:r>
              <a:rPr lang="en-US" altLang="ja-JP" sz="2000" dirty="0"/>
              <a:t>y </a:t>
            </a:r>
            <a:r>
              <a:rPr lang="ja-JP" altLang="en-US" sz="2000" dirty="0"/>
              <a:t>座標</a:t>
            </a:r>
            <a:r>
              <a:rPr lang="en-US" altLang="ja-JP" sz="2000" dirty="0"/>
              <a:t>)×cos</a:t>
            </a:r>
            <a:r>
              <a:rPr lang="el-GR" altLang="ja-JP" sz="2000" dirty="0"/>
              <a:t>θ + </a:t>
            </a:r>
            <a:r>
              <a:rPr lang="en-US" altLang="ja-JP" sz="2000" dirty="0"/>
              <a:t>t</a:t>
            </a:r>
            <a:r>
              <a:rPr lang="en-US" altLang="ja-JP" sz="2000" baseline="-25000" dirty="0"/>
              <a:t>y</a:t>
            </a:r>
            <a:endParaRPr lang="en-US" altLang="ja-JP" sz="2000" dirty="0" smtClean="0"/>
          </a:p>
          <a:p>
            <a:pPr rtl="0"/>
            <a:endParaRPr lang="en-US" altLang="ja-JP" dirty="0"/>
          </a:p>
          <a:p>
            <a:pPr rtl="0"/>
            <a:endParaRPr lang="en-US" altLang="ja-JP" dirty="0" smtClean="0"/>
          </a:p>
          <a:p>
            <a:pPr rtl="0"/>
            <a:endParaRPr lang="en-US" altLang="ja-JP" dirty="0"/>
          </a:p>
          <a:p>
            <a:pPr rtl="0"/>
            <a:endParaRPr lang="en-US" altLang="ja-JP" dirty="0" smtClean="0"/>
          </a:p>
          <a:p>
            <a:pPr rtl="0"/>
            <a:endParaRPr lang="en-US" altLang="ja-JP" dirty="0" smtClean="0"/>
          </a:p>
          <a:p>
            <a:pPr rtl="0"/>
            <a:endParaRPr lang="en-US" altLang="ja-JP" dirty="0" smtClean="0"/>
          </a:p>
        </p:txBody>
      </p:sp>
      <p:pic>
        <p:nvPicPr>
          <p:cNvPr id="2050" name="Picture 2" descr="http://tjs2.info/img/TJS090503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262" y="3960675"/>
            <a:ext cx="7440344" cy="1816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9554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スプライトの回転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904895" y="2379642"/>
            <a:ext cx="5088281" cy="383387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904895" y="2004535"/>
            <a:ext cx="738130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 smtClean="0"/>
              <a:t>[0, 0]</a:t>
            </a:r>
            <a:endParaRPr kumimoji="1" lang="ja-JP" altLang="en-US" dirty="0" err="1" smtClean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4971361" y="2004000"/>
            <a:ext cx="1021815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 smtClean="0"/>
              <a:t>[1920, 0]</a:t>
            </a:r>
            <a:endParaRPr kumimoji="1" lang="ja-JP" altLang="en-US" dirty="0" err="1" smtClean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816714" y="6213512"/>
            <a:ext cx="1151262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 smtClean="0"/>
              <a:t>[0, 1080]</a:t>
            </a:r>
            <a:endParaRPr kumimoji="1" lang="ja-JP" altLang="en-US" dirty="0" err="1" smtClean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4622034" y="6213512"/>
            <a:ext cx="1371142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 smtClean="0"/>
              <a:t>[1920, 1080]</a:t>
            </a:r>
            <a:endParaRPr kumimoji="1" lang="ja-JP" altLang="en-US" dirty="0" err="1" smtClean="0"/>
          </a:p>
        </p:txBody>
      </p:sp>
      <p:sp>
        <p:nvSpPr>
          <p:cNvPr id="9" name="楕円 8"/>
          <p:cNvSpPr/>
          <p:nvPr/>
        </p:nvSpPr>
        <p:spPr>
          <a:xfrm>
            <a:off x="816714" y="2304944"/>
            <a:ext cx="165253" cy="165253"/>
          </a:xfrm>
          <a:prstGeom prst="ellipse">
            <a:avLst/>
          </a:prstGeom>
          <a:solidFill>
            <a:srgbClr val="FF0000"/>
          </a:solidFill>
          <a:ln w="19050">
            <a:solidFill>
              <a:srgbClr val="00206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3" name="直線コネクタ 22"/>
          <p:cNvCxnSpPr>
            <a:stCxn id="4" idx="1"/>
            <a:endCxn id="4" idx="3"/>
          </p:cNvCxnSpPr>
          <p:nvPr/>
        </p:nvCxnSpPr>
        <p:spPr>
          <a:xfrm>
            <a:off x="904895" y="4296577"/>
            <a:ext cx="50882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/>
          <p:cNvCxnSpPr>
            <a:stCxn id="4" idx="0"/>
            <a:endCxn id="4" idx="2"/>
          </p:cNvCxnSpPr>
          <p:nvPr/>
        </p:nvCxnSpPr>
        <p:spPr>
          <a:xfrm>
            <a:off x="3449036" y="2379642"/>
            <a:ext cx="0" cy="38338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正方形/長方形 42"/>
          <p:cNvSpPr/>
          <p:nvPr/>
        </p:nvSpPr>
        <p:spPr>
          <a:xfrm>
            <a:off x="1480526" y="2755711"/>
            <a:ext cx="1177438" cy="923922"/>
          </a:xfrm>
          <a:prstGeom prst="rect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コンテンツ プレースホルダー 1"/>
          <p:cNvSpPr>
            <a:spLocks noGrp="1"/>
          </p:cNvSpPr>
          <p:nvPr>
            <p:ph idx="1"/>
          </p:nvPr>
        </p:nvSpPr>
        <p:spPr>
          <a:xfrm>
            <a:off x="6081357" y="1989733"/>
            <a:ext cx="5969447" cy="4343400"/>
          </a:xfrm>
        </p:spPr>
        <p:txBody>
          <a:bodyPr rtlCol="0">
            <a:normAutofit/>
          </a:bodyPr>
          <a:lstStyle/>
          <a:p>
            <a:pPr rtl="0"/>
            <a:endParaRPr lang="en-US" altLang="ja-JP" dirty="0" smtClean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pPr marL="514350" indent="-514350" rtl="0">
              <a:buFont typeface="+mj-lt"/>
              <a:buAutoNum type="arabicPeriod"/>
            </a:pPr>
            <a:r>
              <a:rPr lang="ja-JP" altLang="en-US" dirty="0" smtClean="0"/>
              <a:t>スプライトの中心を原点に移動</a:t>
            </a:r>
            <a:endParaRPr lang="en-US" altLang="ja-JP" dirty="0" smtClean="0"/>
          </a:p>
          <a:p>
            <a:pPr marL="514350" indent="-514350" rtl="0">
              <a:buFont typeface="+mj-lt"/>
              <a:buAutoNum type="arabicPeriod"/>
            </a:pPr>
            <a:endParaRPr lang="en-US" altLang="ja-JP" dirty="0"/>
          </a:p>
          <a:p>
            <a:pPr marL="514350" indent="-514350" rtl="0">
              <a:buFont typeface="+mj-lt"/>
              <a:buAutoNum type="arabicPeriod"/>
            </a:pPr>
            <a:r>
              <a:rPr lang="ja-JP" altLang="en-US" dirty="0" smtClean="0"/>
              <a:t>アフィン変換行列</a:t>
            </a:r>
            <a:r>
              <a:rPr lang="ja-JP" altLang="en-US" dirty="0"/>
              <a:t>式</a:t>
            </a:r>
            <a:r>
              <a:rPr lang="ja-JP" altLang="en-US" dirty="0" smtClean="0"/>
              <a:t>で頂点を回転</a:t>
            </a:r>
            <a:endParaRPr lang="en-US" altLang="ja-JP" dirty="0" smtClean="0"/>
          </a:p>
          <a:p>
            <a:pPr marL="514350" indent="-514350" rtl="0">
              <a:buFont typeface="+mj-lt"/>
              <a:buAutoNum type="arabicPeriod"/>
            </a:pPr>
            <a:endParaRPr lang="en-US" altLang="ja-JP" dirty="0"/>
          </a:p>
          <a:p>
            <a:pPr marL="514350" indent="-514350" rtl="0">
              <a:buFont typeface="+mj-lt"/>
              <a:buAutoNum type="arabicPeriod"/>
            </a:pPr>
            <a:r>
              <a:rPr lang="ja-JP" altLang="en-US" dirty="0" smtClean="0"/>
              <a:t>原点から元の位置へ移動</a:t>
            </a:r>
            <a:endParaRPr lang="en-US" altLang="ja-JP" dirty="0"/>
          </a:p>
          <a:p>
            <a:pPr rtl="0"/>
            <a:endParaRPr lang="en-US" altLang="ja-JP" dirty="0" smtClean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pPr rtl="0"/>
            <a:endParaRPr lang="en-US" altLang="ja-JP" dirty="0"/>
          </a:p>
          <a:p>
            <a:pPr rtl="0"/>
            <a:endParaRPr lang="en-US" altLang="ja-JP" dirty="0" smtClean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pPr rtl="0"/>
            <a:endParaRPr lang="en-US" altLang="ja-JP" dirty="0" smtClean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pPr marL="0" indent="0" rtl="0">
              <a:buNone/>
            </a:pPr>
            <a:endParaRPr lang="ja-JP" altLang="en-US" dirty="0" smtClean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44876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スプライトの回転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904895" y="2379642"/>
            <a:ext cx="5088281" cy="383387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4971361" y="2004000"/>
            <a:ext cx="1021815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 smtClean="0"/>
              <a:t>[1920, 0]</a:t>
            </a:r>
            <a:endParaRPr kumimoji="1" lang="ja-JP" altLang="en-US" dirty="0" err="1" smtClean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816714" y="6213512"/>
            <a:ext cx="1151262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 smtClean="0"/>
              <a:t>[0, 1080]</a:t>
            </a:r>
            <a:endParaRPr kumimoji="1" lang="ja-JP" altLang="en-US" dirty="0" err="1" smtClean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4622034" y="6213512"/>
            <a:ext cx="1371142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 smtClean="0"/>
              <a:t>[1920, 1080]</a:t>
            </a:r>
            <a:endParaRPr kumimoji="1" lang="ja-JP" altLang="en-US" dirty="0" err="1" smtClean="0"/>
          </a:p>
        </p:txBody>
      </p:sp>
      <p:cxnSp>
        <p:nvCxnSpPr>
          <p:cNvPr id="23" name="直線コネクタ 22"/>
          <p:cNvCxnSpPr>
            <a:stCxn id="4" idx="1"/>
            <a:endCxn id="4" idx="3"/>
          </p:cNvCxnSpPr>
          <p:nvPr/>
        </p:nvCxnSpPr>
        <p:spPr>
          <a:xfrm>
            <a:off x="904895" y="4296577"/>
            <a:ext cx="50882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/>
          <p:cNvCxnSpPr>
            <a:stCxn id="4" idx="0"/>
            <a:endCxn id="4" idx="2"/>
          </p:cNvCxnSpPr>
          <p:nvPr/>
        </p:nvCxnSpPr>
        <p:spPr>
          <a:xfrm>
            <a:off x="3449036" y="2379642"/>
            <a:ext cx="0" cy="38338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正方形/長方形 42"/>
          <p:cNvSpPr/>
          <p:nvPr/>
        </p:nvSpPr>
        <p:spPr>
          <a:xfrm>
            <a:off x="319765" y="1941160"/>
            <a:ext cx="1177438" cy="923922"/>
          </a:xfrm>
          <a:prstGeom prst="rect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コンテンツ プレースホルダー 1"/>
          <p:cNvSpPr>
            <a:spLocks noGrp="1"/>
          </p:cNvSpPr>
          <p:nvPr>
            <p:ph idx="1"/>
          </p:nvPr>
        </p:nvSpPr>
        <p:spPr>
          <a:xfrm>
            <a:off x="6081357" y="1989733"/>
            <a:ext cx="5969447" cy="4343400"/>
          </a:xfrm>
        </p:spPr>
        <p:txBody>
          <a:bodyPr rtlCol="0">
            <a:normAutofit/>
          </a:bodyPr>
          <a:lstStyle/>
          <a:p>
            <a:pPr rtl="0"/>
            <a:endParaRPr lang="en-US" altLang="ja-JP" dirty="0" smtClean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pPr marL="514350" indent="-514350" rtl="0">
              <a:buFont typeface="+mj-lt"/>
              <a:buAutoNum type="arabicPeriod"/>
            </a:pPr>
            <a:r>
              <a:rPr lang="ja-JP" altLang="en-US" dirty="0" smtClean="0"/>
              <a:t>スプライトの中心を原点に移動</a:t>
            </a:r>
            <a:endParaRPr lang="en-US" altLang="ja-JP" dirty="0" smtClean="0"/>
          </a:p>
          <a:p>
            <a:pPr marL="514350" indent="-514350" rtl="0">
              <a:buFont typeface="+mj-lt"/>
              <a:buAutoNum type="arabicPeriod"/>
            </a:pPr>
            <a:endParaRPr lang="en-US" altLang="ja-JP" dirty="0"/>
          </a:p>
          <a:p>
            <a:pPr marL="514350" indent="-514350" rtl="0">
              <a:buFont typeface="+mj-lt"/>
              <a:buAutoNum type="arabicPeriod"/>
            </a:pPr>
            <a:r>
              <a:rPr lang="ja-JP" altLang="en-US" dirty="0" smtClean="0"/>
              <a:t>アフィン変換行列</a:t>
            </a:r>
            <a:r>
              <a:rPr lang="ja-JP" altLang="en-US" dirty="0"/>
              <a:t>式</a:t>
            </a:r>
            <a:r>
              <a:rPr lang="ja-JP" altLang="en-US" dirty="0" smtClean="0"/>
              <a:t>で頂点を回転</a:t>
            </a:r>
            <a:endParaRPr lang="en-US" altLang="ja-JP" dirty="0" smtClean="0"/>
          </a:p>
          <a:p>
            <a:pPr marL="514350" indent="-514350" rtl="0">
              <a:buFont typeface="+mj-lt"/>
              <a:buAutoNum type="arabicPeriod"/>
            </a:pPr>
            <a:endParaRPr lang="en-US" altLang="ja-JP" dirty="0"/>
          </a:p>
          <a:p>
            <a:pPr marL="514350" indent="-514350" rtl="0">
              <a:buFont typeface="+mj-lt"/>
              <a:buAutoNum type="arabicPeriod"/>
            </a:pPr>
            <a:r>
              <a:rPr lang="ja-JP" altLang="en-US" dirty="0" smtClean="0"/>
              <a:t>原点から元の位置へ移動</a:t>
            </a:r>
            <a:endParaRPr lang="en-US" altLang="ja-JP" dirty="0"/>
          </a:p>
          <a:p>
            <a:pPr rtl="0"/>
            <a:endParaRPr lang="en-US" altLang="ja-JP" dirty="0" smtClean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pPr rtl="0"/>
            <a:endParaRPr lang="en-US" altLang="ja-JP" dirty="0"/>
          </a:p>
          <a:p>
            <a:pPr rtl="0"/>
            <a:endParaRPr lang="en-US" altLang="ja-JP" dirty="0" smtClean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pPr rtl="0"/>
            <a:endParaRPr lang="en-US" altLang="ja-JP" dirty="0" smtClean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pPr marL="0" indent="0" rtl="0">
              <a:buNone/>
            </a:pPr>
            <a:endParaRPr lang="ja-JP" altLang="en-US" dirty="0" smtClean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</p:txBody>
      </p:sp>
      <p:sp>
        <p:nvSpPr>
          <p:cNvPr id="9" name="楕円 8"/>
          <p:cNvSpPr/>
          <p:nvPr/>
        </p:nvSpPr>
        <p:spPr>
          <a:xfrm>
            <a:off x="816714" y="2304944"/>
            <a:ext cx="165253" cy="165253"/>
          </a:xfrm>
          <a:prstGeom prst="ellipse">
            <a:avLst/>
          </a:prstGeom>
          <a:solidFill>
            <a:srgbClr val="FF0000"/>
          </a:solidFill>
          <a:ln w="19050">
            <a:solidFill>
              <a:srgbClr val="00206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904895" y="2004535"/>
            <a:ext cx="738130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 smtClean="0"/>
              <a:t>[0, 0]</a:t>
            </a:r>
            <a:endParaRPr kumimoji="1" lang="ja-JP" altLang="en-US" dirty="0" err="1" smtClean="0"/>
          </a:p>
        </p:txBody>
      </p:sp>
      <p:sp>
        <p:nvSpPr>
          <p:cNvPr id="3" name="楕円 2"/>
          <p:cNvSpPr/>
          <p:nvPr/>
        </p:nvSpPr>
        <p:spPr>
          <a:xfrm>
            <a:off x="6067069" y="2527349"/>
            <a:ext cx="394885" cy="39488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0988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スプライトの回転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904895" y="2379642"/>
            <a:ext cx="5088281" cy="383387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4971361" y="2004000"/>
            <a:ext cx="1021815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 smtClean="0"/>
              <a:t>[1920, 0]</a:t>
            </a:r>
            <a:endParaRPr kumimoji="1" lang="ja-JP" altLang="en-US" dirty="0" err="1" smtClean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816714" y="6213512"/>
            <a:ext cx="1151262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 smtClean="0"/>
              <a:t>[0, 1080]</a:t>
            </a:r>
            <a:endParaRPr kumimoji="1" lang="ja-JP" altLang="en-US" dirty="0" err="1" smtClean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4622034" y="6213512"/>
            <a:ext cx="1371142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 smtClean="0"/>
              <a:t>[1920, 1080]</a:t>
            </a:r>
            <a:endParaRPr kumimoji="1" lang="ja-JP" altLang="en-US" dirty="0" err="1" smtClean="0"/>
          </a:p>
        </p:txBody>
      </p:sp>
      <p:cxnSp>
        <p:nvCxnSpPr>
          <p:cNvPr id="23" name="直線コネクタ 22"/>
          <p:cNvCxnSpPr>
            <a:stCxn id="4" idx="1"/>
            <a:endCxn id="4" idx="3"/>
          </p:cNvCxnSpPr>
          <p:nvPr/>
        </p:nvCxnSpPr>
        <p:spPr>
          <a:xfrm>
            <a:off x="904895" y="4296577"/>
            <a:ext cx="50882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/>
          <p:cNvCxnSpPr>
            <a:stCxn id="4" idx="0"/>
            <a:endCxn id="4" idx="2"/>
          </p:cNvCxnSpPr>
          <p:nvPr/>
        </p:nvCxnSpPr>
        <p:spPr>
          <a:xfrm>
            <a:off x="3449036" y="2379642"/>
            <a:ext cx="0" cy="38338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正方形/長方形 42"/>
          <p:cNvSpPr/>
          <p:nvPr/>
        </p:nvSpPr>
        <p:spPr>
          <a:xfrm rot="2436990">
            <a:off x="319765" y="1941160"/>
            <a:ext cx="1177438" cy="923922"/>
          </a:xfrm>
          <a:prstGeom prst="rect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コンテンツ プレースホルダー 1"/>
          <p:cNvSpPr>
            <a:spLocks noGrp="1"/>
          </p:cNvSpPr>
          <p:nvPr>
            <p:ph idx="1"/>
          </p:nvPr>
        </p:nvSpPr>
        <p:spPr>
          <a:xfrm>
            <a:off x="6081357" y="1989733"/>
            <a:ext cx="5969447" cy="4343400"/>
          </a:xfrm>
        </p:spPr>
        <p:txBody>
          <a:bodyPr rtlCol="0">
            <a:normAutofit/>
          </a:bodyPr>
          <a:lstStyle/>
          <a:p>
            <a:pPr rtl="0"/>
            <a:endParaRPr lang="en-US" altLang="ja-JP" dirty="0" smtClean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pPr marL="514350" indent="-514350" rtl="0">
              <a:buFont typeface="+mj-lt"/>
              <a:buAutoNum type="arabicPeriod"/>
            </a:pPr>
            <a:r>
              <a:rPr lang="ja-JP" altLang="en-US" dirty="0" smtClean="0"/>
              <a:t>スプライトの中心を原点に移動</a:t>
            </a:r>
            <a:endParaRPr lang="en-US" altLang="ja-JP" dirty="0" smtClean="0"/>
          </a:p>
          <a:p>
            <a:pPr marL="514350" indent="-514350" rtl="0">
              <a:buFont typeface="+mj-lt"/>
              <a:buAutoNum type="arabicPeriod"/>
            </a:pPr>
            <a:endParaRPr lang="en-US" altLang="ja-JP" dirty="0"/>
          </a:p>
          <a:p>
            <a:pPr marL="514350" indent="-514350" rtl="0">
              <a:buFont typeface="+mj-lt"/>
              <a:buAutoNum type="arabicPeriod"/>
            </a:pPr>
            <a:r>
              <a:rPr lang="ja-JP" altLang="en-US" dirty="0" smtClean="0"/>
              <a:t>アフィン変換行列</a:t>
            </a:r>
            <a:r>
              <a:rPr lang="ja-JP" altLang="en-US" dirty="0"/>
              <a:t>式</a:t>
            </a:r>
            <a:r>
              <a:rPr lang="ja-JP" altLang="en-US" dirty="0" smtClean="0"/>
              <a:t>で頂点を回転</a:t>
            </a:r>
            <a:endParaRPr lang="en-US" altLang="ja-JP" dirty="0" smtClean="0"/>
          </a:p>
          <a:p>
            <a:pPr marL="514350" indent="-514350" rtl="0">
              <a:buFont typeface="+mj-lt"/>
              <a:buAutoNum type="arabicPeriod"/>
            </a:pPr>
            <a:endParaRPr lang="en-US" altLang="ja-JP" dirty="0"/>
          </a:p>
          <a:p>
            <a:pPr marL="514350" indent="-514350" rtl="0">
              <a:buFont typeface="+mj-lt"/>
              <a:buAutoNum type="arabicPeriod"/>
            </a:pPr>
            <a:r>
              <a:rPr lang="ja-JP" altLang="en-US" dirty="0" smtClean="0"/>
              <a:t>原点から元の位置へ移動</a:t>
            </a:r>
            <a:endParaRPr lang="en-US" altLang="ja-JP" dirty="0"/>
          </a:p>
          <a:p>
            <a:pPr rtl="0"/>
            <a:endParaRPr lang="en-US" altLang="ja-JP" dirty="0" smtClean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pPr rtl="0"/>
            <a:endParaRPr lang="en-US" altLang="ja-JP" dirty="0"/>
          </a:p>
          <a:p>
            <a:pPr rtl="0"/>
            <a:endParaRPr lang="en-US" altLang="ja-JP" dirty="0" smtClean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pPr rtl="0"/>
            <a:endParaRPr lang="en-US" altLang="ja-JP" dirty="0" smtClean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pPr marL="0" indent="0" rtl="0">
              <a:buNone/>
            </a:pPr>
            <a:endParaRPr lang="ja-JP" altLang="en-US" dirty="0" smtClean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</p:txBody>
      </p:sp>
      <p:sp>
        <p:nvSpPr>
          <p:cNvPr id="9" name="楕円 8"/>
          <p:cNvSpPr/>
          <p:nvPr/>
        </p:nvSpPr>
        <p:spPr>
          <a:xfrm>
            <a:off x="816714" y="2304944"/>
            <a:ext cx="165253" cy="165253"/>
          </a:xfrm>
          <a:prstGeom prst="ellipse">
            <a:avLst/>
          </a:prstGeom>
          <a:solidFill>
            <a:srgbClr val="FF0000"/>
          </a:solidFill>
          <a:ln w="19050">
            <a:solidFill>
              <a:srgbClr val="00206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904895" y="2004535"/>
            <a:ext cx="738130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 smtClean="0"/>
              <a:t>[0, 0]</a:t>
            </a:r>
            <a:endParaRPr kumimoji="1" lang="ja-JP" altLang="en-US" dirty="0" err="1" smtClean="0"/>
          </a:p>
        </p:txBody>
      </p:sp>
      <p:sp>
        <p:nvSpPr>
          <p:cNvPr id="13" name="楕円 12"/>
          <p:cNvSpPr/>
          <p:nvPr/>
        </p:nvSpPr>
        <p:spPr>
          <a:xfrm>
            <a:off x="6067069" y="3498903"/>
            <a:ext cx="394885" cy="39488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42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スプライトの回転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904895" y="2379642"/>
            <a:ext cx="5088281" cy="383387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4971361" y="2004000"/>
            <a:ext cx="1021815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 smtClean="0"/>
              <a:t>[1920, 0]</a:t>
            </a:r>
            <a:endParaRPr kumimoji="1" lang="ja-JP" altLang="en-US" dirty="0" err="1" smtClean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816714" y="6213512"/>
            <a:ext cx="1151262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 smtClean="0"/>
              <a:t>[0, 1080]</a:t>
            </a:r>
            <a:endParaRPr kumimoji="1" lang="ja-JP" altLang="en-US" dirty="0" err="1" smtClean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4622034" y="6213512"/>
            <a:ext cx="1371142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 smtClean="0"/>
              <a:t>[1920, 1080]</a:t>
            </a:r>
            <a:endParaRPr kumimoji="1" lang="ja-JP" altLang="en-US" dirty="0" err="1" smtClean="0"/>
          </a:p>
        </p:txBody>
      </p:sp>
      <p:cxnSp>
        <p:nvCxnSpPr>
          <p:cNvPr id="23" name="直線コネクタ 22"/>
          <p:cNvCxnSpPr>
            <a:stCxn id="4" idx="1"/>
            <a:endCxn id="4" idx="3"/>
          </p:cNvCxnSpPr>
          <p:nvPr/>
        </p:nvCxnSpPr>
        <p:spPr>
          <a:xfrm>
            <a:off x="904895" y="4296577"/>
            <a:ext cx="50882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/>
          <p:cNvCxnSpPr>
            <a:stCxn id="4" idx="0"/>
            <a:endCxn id="4" idx="2"/>
          </p:cNvCxnSpPr>
          <p:nvPr/>
        </p:nvCxnSpPr>
        <p:spPr>
          <a:xfrm>
            <a:off x="3449036" y="2379642"/>
            <a:ext cx="0" cy="38338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正方形/長方形 42"/>
          <p:cNvSpPr/>
          <p:nvPr/>
        </p:nvSpPr>
        <p:spPr>
          <a:xfrm rot="2436990">
            <a:off x="1432861" y="2803272"/>
            <a:ext cx="1177438" cy="923922"/>
          </a:xfrm>
          <a:prstGeom prst="rect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コンテンツ プレースホルダー 1"/>
          <p:cNvSpPr>
            <a:spLocks noGrp="1"/>
          </p:cNvSpPr>
          <p:nvPr>
            <p:ph idx="1"/>
          </p:nvPr>
        </p:nvSpPr>
        <p:spPr>
          <a:xfrm>
            <a:off x="6081357" y="1989733"/>
            <a:ext cx="5969447" cy="4343400"/>
          </a:xfrm>
        </p:spPr>
        <p:txBody>
          <a:bodyPr rtlCol="0">
            <a:normAutofit/>
          </a:bodyPr>
          <a:lstStyle/>
          <a:p>
            <a:pPr rtl="0"/>
            <a:endParaRPr lang="en-US" altLang="ja-JP" dirty="0" smtClean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pPr marL="514350" indent="-514350" rtl="0">
              <a:buFont typeface="+mj-lt"/>
              <a:buAutoNum type="arabicPeriod"/>
            </a:pPr>
            <a:r>
              <a:rPr lang="ja-JP" altLang="en-US" dirty="0" smtClean="0"/>
              <a:t>スプライトの中心を原点に移動</a:t>
            </a:r>
            <a:endParaRPr lang="en-US" altLang="ja-JP" dirty="0" smtClean="0"/>
          </a:p>
          <a:p>
            <a:pPr marL="514350" indent="-514350" rtl="0">
              <a:buFont typeface="+mj-lt"/>
              <a:buAutoNum type="arabicPeriod"/>
            </a:pPr>
            <a:endParaRPr lang="en-US" altLang="ja-JP" dirty="0"/>
          </a:p>
          <a:p>
            <a:pPr marL="514350" indent="-514350" rtl="0">
              <a:buFont typeface="+mj-lt"/>
              <a:buAutoNum type="arabicPeriod"/>
            </a:pPr>
            <a:r>
              <a:rPr lang="ja-JP" altLang="en-US" dirty="0" smtClean="0"/>
              <a:t>アフィン変換行列</a:t>
            </a:r>
            <a:r>
              <a:rPr lang="ja-JP" altLang="en-US" dirty="0"/>
              <a:t>式</a:t>
            </a:r>
            <a:r>
              <a:rPr lang="ja-JP" altLang="en-US" dirty="0" smtClean="0"/>
              <a:t>で頂点を回転</a:t>
            </a:r>
            <a:endParaRPr lang="en-US" altLang="ja-JP" dirty="0" smtClean="0"/>
          </a:p>
          <a:p>
            <a:pPr marL="514350" indent="-514350" rtl="0">
              <a:buFont typeface="+mj-lt"/>
              <a:buAutoNum type="arabicPeriod"/>
            </a:pPr>
            <a:endParaRPr lang="en-US" altLang="ja-JP" dirty="0"/>
          </a:p>
          <a:p>
            <a:pPr marL="514350" indent="-514350" rtl="0">
              <a:buFont typeface="+mj-lt"/>
              <a:buAutoNum type="arabicPeriod"/>
            </a:pPr>
            <a:r>
              <a:rPr lang="ja-JP" altLang="en-US" dirty="0" smtClean="0"/>
              <a:t>原点から元の位置へ移動</a:t>
            </a:r>
            <a:endParaRPr lang="en-US" altLang="ja-JP" dirty="0"/>
          </a:p>
          <a:p>
            <a:pPr rtl="0"/>
            <a:endParaRPr lang="en-US" altLang="ja-JP" dirty="0" smtClean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pPr rtl="0"/>
            <a:endParaRPr lang="en-US" altLang="ja-JP" dirty="0"/>
          </a:p>
          <a:p>
            <a:pPr rtl="0"/>
            <a:endParaRPr lang="en-US" altLang="ja-JP" dirty="0" smtClean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pPr rtl="0"/>
            <a:endParaRPr lang="en-US" altLang="ja-JP" dirty="0" smtClean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pPr marL="0" indent="0" rtl="0">
              <a:buNone/>
            </a:pPr>
            <a:endParaRPr lang="ja-JP" altLang="en-US" dirty="0" smtClean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</p:txBody>
      </p:sp>
      <p:sp>
        <p:nvSpPr>
          <p:cNvPr id="9" name="楕円 8"/>
          <p:cNvSpPr/>
          <p:nvPr/>
        </p:nvSpPr>
        <p:spPr>
          <a:xfrm>
            <a:off x="816714" y="2304944"/>
            <a:ext cx="165253" cy="165253"/>
          </a:xfrm>
          <a:prstGeom prst="ellipse">
            <a:avLst/>
          </a:prstGeom>
          <a:solidFill>
            <a:srgbClr val="FF0000"/>
          </a:solidFill>
          <a:ln w="19050">
            <a:solidFill>
              <a:srgbClr val="00206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904895" y="2004535"/>
            <a:ext cx="738130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 smtClean="0"/>
              <a:t>[0, 0]</a:t>
            </a:r>
            <a:endParaRPr kumimoji="1" lang="ja-JP" altLang="en-US" dirty="0" err="1" smtClean="0"/>
          </a:p>
        </p:txBody>
      </p:sp>
      <p:sp>
        <p:nvSpPr>
          <p:cNvPr id="13" name="楕円 12"/>
          <p:cNvSpPr/>
          <p:nvPr/>
        </p:nvSpPr>
        <p:spPr>
          <a:xfrm>
            <a:off x="6067069" y="4427599"/>
            <a:ext cx="394885" cy="39488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6951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ja-JP" altLang="en-US" dirty="0" smtClean="0"/>
              <a:t>ラムダ</a:t>
            </a:r>
            <a:r>
              <a:rPr lang="ja-JP" altLang="en-US" dirty="0"/>
              <a:t>式</a:t>
            </a:r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コンテンツ プレースホルダー 1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rtl="0"/>
            <a:r>
              <a:rPr lang="ja-JP" altLang="en-US" dirty="0" smtClean="0"/>
              <a:t>関数をその場で定義する構文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endParaRPr lang="en-US" altLang="ja-JP" dirty="0" smtClean="0"/>
          </a:p>
          <a:p>
            <a:pPr rtl="0"/>
            <a:r>
              <a:rPr lang="ja-JP" altLang="en-US" dirty="0"/>
              <a:t>関数</a:t>
            </a:r>
            <a:r>
              <a:rPr lang="ja-JP" altLang="en-US" dirty="0" smtClean="0"/>
              <a:t>の中に「その場だけで使用する関数を定義する」などで使える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endParaRPr lang="en-US" altLang="ja-JP" dirty="0" smtClean="0"/>
          </a:p>
          <a:p>
            <a:pPr rtl="0"/>
            <a:r>
              <a:rPr lang="en-US" altLang="ja-JP" dirty="0" smtClean="0"/>
              <a:t>[</a:t>
            </a:r>
            <a:r>
              <a:rPr lang="ja-JP" altLang="en-US" dirty="0" smtClean="0"/>
              <a:t>キャプチャリスト</a:t>
            </a:r>
            <a:r>
              <a:rPr lang="en-US" altLang="ja-JP" dirty="0" smtClean="0"/>
              <a:t>](</a:t>
            </a:r>
            <a:r>
              <a:rPr lang="ja-JP" altLang="en-US" dirty="0" smtClean="0"/>
              <a:t>パラメータリスト</a:t>
            </a:r>
            <a:r>
              <a:rPr lang="en-US" altLang="ja-JP" dirty="0" smtClean="0"/>
              <a:t>) -&gt; </a:t>
            </a:r>
            <a:r>
              <a:rPr lang="ja-JP" altLang="en-US" dirty="0" smtClean="0"/>
              <a:t>戻り値の肩 </a:t>
            </a:r>
            <a:r>
              <a:rPr lang="en-US" altLang="ja-JP" dirty="0" smtClean="0"/>
              <a:t>{ </a:t>
            </a:r>
            <a:r>
              <a:rPr lang="ja-JP" altLang="en-US" dirty="0" smtClean="0"/>
              <a:t>関数本体 </a:t>
            </a:r>
            <a:r>
              <a:rPr lang="en-US" altLang="ja-JP" dirty="0" smtClean="0"/>
              <a:t>}</a:t>
            </a:r>
            <a:br>
              <a:rPr lang="en-US" altLang="ja-JP" dirty="0" smtClean="0"/>
            </a:b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en-US" altLang="ja-JP" dirty="0" smtClean="0"/>
              <a:t>auto </a:t>
            </a:r>
            <a:r>
              <a:rPr lang="en-US" altLang="ja-JP" dirty="0" err="1" smtClean="0"/>
              <a:t>func</a:t>
            </a:r>
            <a:r>
              <a:rPr lang="en-US" altLang="ja-JP" dirty="0" smtClean="0"/>
              <a:t> = [](</a:t>
            </a:r>
            <a:r>
              <a:rPr lang="en-US" altLang="ja-JP" dirty="0" err="1" smtClean="0"/>
              <a:t>int</a:t>
            </a:r>
            <a:r>
              <a:rPr lang="en-US" altLang="ja-JP" dirty="0" smtClean="0"/>
              <a:t> a, </a:t>
            </a:r>
            <a:r>
              <a:rPr lang="en-US" altLang="ja-JP" dirty="0" err="1" smtClean="0"/>
              <a:t>int</a:t>
            </a:r>
            <a:r>
              <a:rPr lang="en-US" altLang="ja-JP" dirty="0" smtClean="0"/>
              <a:t> b) -&gt; </a:t>
            </a:r>
            <a:r>
              <a:rPr lang="en-US" altLang="ja-JP" dirty="0" err="1" smtClean="0"/>
              <a:t>int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en-US" altLang="ja-JP" dirty="0" smtClean="0"/>
              <a:t>{</a:t>
            </a:r>
            <a:br>
              <a:rPr lang="en-US" altLang="ja-JP" dirty="0" smtClean="0"/>
            </a:br>
            <a:r>
              <a:rPr lang="en-US" altLang="ja-JP" dirty="0" smtClean="0"/>
              <a:t>    return a + b;</a:t>
            </a:r>
            <a:br>
              <a:rPr lang="en-US" altLang="ja-JP" dirty="0" smtClean="0"/>
            </a:br>
            <a:r>
              <a:rPr lang="en-US" altLang="ja-JP" dirty="0" smtClean="0"/>
              <a:t>}</a:t>
            </a:r>
            <a:endParaRPr lang="en-US" altLang="ja-JP" dirty="0"/>
          </a:p>
          <a:p>
            <a:pPr rtl="0"/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52008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ja-JP" altLang="en-US" dirty="0" smtClean="0"/>
              <a:t>実習</a:t>
            </a:r>
            <a:r>
              <a:rPr lang="ja-JP" altLang="en-US" dirty="0"/>
              <a:t>内容</a:t>
            </a:r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コンテンツ プレースホルダー 1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ja-JP" altLang="en-US" dirty="0" smtClean="0">
                <a:latin typeface="ＭＳ 明朝" panose="02020609040205080304" pitchFamily="17" charset="-128"/>
                <a:ea typeface="ＭＳ 明朝" panose="02020609040205080304" pitchFamily="17" charset="-128"/>
              </a:rPr>
              <a:t>スプライト</a:t>
            </a:r>
            <a:r>
              <a:rPr lang="ja-JP" altLang="en-US" dirty="0" smtClean="0">
                <a:latin typeface="ＭＳ 明朝" panose="02020609040205080304" pitchFamily="17" charset="-128"/>
                <a:ea typeface="ＭＳ 明朝" panose="02020609040205080304" pitchFamily="17" charset="-128"/>
              </a:rPr>
              <a:t>を矩形の中心を基点として回転できるようにする。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31020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ブレーンストーミングのプレゼンテーション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none" rtlCol="0">
        <a:spAutoFit/>
      </a:bodyPr>
      <a:lstStyle>
        <a:defPPr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15870482_TF03460637.potx" id="{8F3B156D-932A-4C4F-B19B-13DA9C7AB513}" vid="{CAF0C7A8-6467-402F-B5CC-E460ADA54AEF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ビジネス ブレーンストーミング プレゼンテーション</Template>
  <TotalTime>318</TotalTime>
  <Words>260</Words>
  <Application>Microsoft Office PowerPoint</Application>
  <PresentationFormat>ワイド画面</PresentationFormat>
  <Paragraphs>85</Paragraphs>
  <Slides>11</Slides>
  <Notes>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8" baseType="lpstr">
      <vt:lpstr>Meiryo UI</vt:lpstr>
      <vt:lpstr>ＭＳ ゴシック</vt:lpstr>
      <vt:lpstr>ＭＳ 明朝</vt:lpstr>
      <vt:lpstr>Arial</vt:lpstr>
      <vt:lpstr>Palatino Linotype</vt:lpstr>
      <vt:lpstr>Wingdings 2</vt:lpstr>
      <vt:lpstr>ブレーンストーミングのプレゼンテーション</vt:lpstr>
      <vt:lpstr>描画エンジン開発Ⅰ・Ⅱ</vt:lpstr>
      <vt:lpstr>授業内容</vt:lpstr>
      <vt:lpstr>実行結果</vt:lpstr>
      <vt:lpstr>アフィン変換</vt:lpstr>
      <vt:lpstr>回転</vt:lpstr>
      <vt:lpstr>スプライトの回転</vt:lpstr>
      <vt:lpstr>スプライトの回転</vt:lpstr>
      <vt:lpstr>スプライトの回転</vt:lpstr>
      <vt:lpstr>スプライトの回転</vt:lpstr>
      <vt:lpstr>ラムダ式</vt:lpstr>
      <vt:lpstr>実習内容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描画エンジン制作Ⅰ</dc:title>
  <dc:creator>吉野 広二</dc:creator>
  <cp:lastModifiedBy>吉野 広二</cp:lastModifiedBy>
  <cp:revision>36</cp:revision>
  <dcterms:created xsi:type="dcterms:W3CDTF">2019-03-17T05:51:21Z</dcterms:created>
  <dcterms:modified xsi:type="dcterms:W3CDTF">2021-03-04T01:19:30Z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74069100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